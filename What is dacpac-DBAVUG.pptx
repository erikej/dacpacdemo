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2" r:id="rId6"/>
    <p:sldId id="267" r:id="rId7"/>
    <p:sldId id="258" r:id="rId8"/>
    <p:sldId id="268" r:id="rId9"/>
    <p:sldId id="260" r:id="rId10"/>
    <p:sldId id="269" r:id="rId11"/>
    <p:sldId id="273" r:id="rId12"/>
    <p:sldId id="261" r:id="rId13"/>
    <p:sldId id="272" r:id="rId14"/>
    <p:sldId id="270" r:id="rId15"/>
    <p:sldId id="271" r:id="rId16"/>
    <p:sldId id="265" r:id="rId17"/>
    <p:sldId id="264" r:id="rId18"/>
    <p:sldId id="266" r:id="rId1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5C817-1396-4302-9354-95AA52950526}" v="4" dt="2022-11-23T09:40:40.450"/>
    <p1510:client id="{5749A131-4466-4445-A8C2-9CD36CF23786}" v="15" dt="2022-11-22T15:07:49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Ejlskov Jensen (Delegate)" userId="4aa40976-d7c6-47fa-b4ba-cf0621f5de0c" providerId="ADAL" clId="{A741ED5A-594D-4599-9DEA-3CB1B5C2D1FA}"/>
    <pc:docChg chg="undo custSel addSld modSld">
      <pc:chgData name="Erik Ejlskov Jensen (Delegate)" userId="4aa40976-d7c6-47fa-b4ba-cf0621f5de0c" providerId="ADAL" clId="{A741ED5A-594D-4599-9DEA-3CB1B5C2D1FA}" dt="2022-11-17T14:46:57.963" v="579" actId="1076"/>
      <pc:docMkLst>
        <pc:docMk/>
      </pc:docMkLst>
      <pc:sldChg chg="modSp mod">
        <pc:chgData name="Erik Ejlskov Jensen (Delegate)" userId="4aa40976-d7c6-47fa-b4ba-cf0621f5de0c" providerId="ADAL" clId="{A741ED5A-594D-4599-9DEA-3CB1B5C2D1FA}" dt="2022-11-17T14:40:21.051" v="259" actId="20577"/>
        <pc:sldMkLst>
          <pc:docMk/>
          <pc:sldMk cId="2807965468" sldId="257"/>
        </pc:sldMkLst>
        <pc:spChg chg="mod">
          <ac:chgData name="Erik Ejlskov Jensen (Delegate)" userId="4aa40976-d7c6-47fa-b4ba-cf0621f5de0c" providerId="ADAL" clId="{A741ED5A-594D-4599-9DEA-3CB1B5C2D1FA}" dt="2022-11-17T14:40:21.051" v="259" actId="20577"/>
          <ac:spMkLst>
            <pc:docMk/>
            <pc:sldMk cId="2807965468" sldId="257"/>
            <ac:spMk id="3" creationId="{FE1AEA13-D193-3591-483D-99C9CBEA719D}"/>
          </ac:spMkLst>
        </pc:spChg>
      </pc:sldChg>
      <pc:sldChg chg="modSp mod">
        <pc:chgData name="Erik Ejlskov Jensen (Delegate)" userId="4aa40976-d7c6-47fa-b4ba-cf0621f5de0c" providerId="ADAL" clId="{A741ED5A-594D-4599-9DEA-3CB1B5C2D1FA}" dt="2022-11-17T14:40:58.311" v="264" actId="6549"/>
        <pc:sldMkLst>
          <pc:docMk/>
          <pc:sldMk cId="2288951288" sldId="258"/>
        </pc:sldMkLst>
        <pc:spChg chg="mod">
          <ac:chgData name="Erik Ejlskov Jensen (Delegate)" userId="4aa40976-d7c6-47fa-b4ba-cf0621f5de0c" providerId="ADAL" clId="{A741ED5A-594D-4599-9DEA-3CB1B5C2D1FA}" dt="2022-11-17T14:40:58.311" v="264" actId="6549"/>
          <ac:spMkLst>
            <pc:docMk/>
            <pc:sldMk cId="2288951288" sldId="258"/>
            <ac:spMk id="3" creationId="{8A20B760-FE83-68A1-F8D5-B52AEA3C66EC}"/>
          </ac:spMkLst>
        </pc:spChg>
      </pc:sldChg>
      <pc:sldChg chg="modSp mod">
        <pc:chgData name="Erik Ejlskov Jensen (Delegate)" userId="4aa40976-d7c6-47fa-b4ba-cf0621f5de0c" providerId="ADAL" clId="{A741ED5A-594D-4599-9DEA-3CB1B5C2D1FA}" dt="2022-11-17T14:41:41.555" v="318" actId="20577"/>
        <pc:sldMkLst>
          <pc:docMk/>
          <pc:sldMk cId="641704741" sldId="260"/>
        </pc:sldMkLst>
        <pc:spChg chg="mod">
          <ac:chgData name="Erik Ejlskov Jensen (Delegate)" userId="4aa40976-d7c6-47fa-b4ba-cf0621f5de0c" providerId="ADAL" clId="{A741ED5A-594D-4599-9DEA-3CB1B5C2D1FA}" dt="2022-11-17T14:41:41.555" v="318" actId="20577"/>
          <ac:spMkLst>
            <pc:docMk/>
            <pc:sldMk cId="641704741" sldId="260"/>
            <ac:spMk id="3" creationId="{72E47B84-5EF3-4B0A-82B3-22C34297B1BE}"/>
          </ac:spMkLst>
        </pc:spChg>
      </pc:sldChg>
      <pc:sldChg chg="modSp mod">
        <pc:chgData name="Erik Ejlskov Jensen (Delegate)" userId="4aa40976-d7c6-47fa-b4ba-cf0621f5de0c" providerId="ADAL" clId="{A741ED5A-594D-4599-9DEA-3CB1B5C2D1FA}" dt="2022-11-17T14:42:57.339" v="410" actId="20577"/>
        <pc:sldMkLst>
          <pc:docMk/>
          <pc:sldMk cId="118172947" sldId="261"/>
        </pc:sldMkLst>
        <pc:spChg chg="mod">
          <ac:chgData name="Erik Ejlskov Jensen (Delegate)" userId="4aa40976-d7c6-47fa-b4ba-cf0621f5de0c" providerId="ADAL" clId="{A741ED5A-594D-4599-9DEA-3CB1B5C2D1FA}" dt="2022-11-17T14:42:57.339" v="410" actId="20577"/>
          <ac:spMkLst>
            <pc:docMk/>
            <pc:sldMk cId="118172947" sldId="261"/>
            <ac:spMk id="3" creationId="{274AB9B9-B1DC-EAA4-191B-DB45CF3A91D3}"/>
          </ac:spMkLst>
        </pc:spChg>
      </pc:sldChg>
      <pc:sldChg chg="delSp modSp mod">
        <pc:chgData name="Erik Ejlskov Jensen (Delegate)" userId="4aa40976-d7c6-47fa-b4ba-cf0621f5de0c" providerId="ADAL" clId="{A741ED5A-594D-4599-9DEA-3CB1B5C2D1FA}" dt="2022-11-17T14:40:50.594" v="263" actId="1076"/>
        <pc:sldMkLst>
          <pc:docMk/>
          <pc:sldMk cId="1001567699" sldId="262"/>
        </pc:sldMkLst>
        <pc:picChg chg="mod">
          <ac:chgData name="Erik Ejlskov Jensen (Delegate)" userId="4aa40976-d7c6-47fa-b4ba-cf0621f5de0c" providerId="ADAL" clId="{A741ED5A-594D-4599-9DEA-3CB1B5C2D1FA}" dt="2022-11-17T14:40:50.594" v="263" actId="1076"/>
          <ac:picMkLst>
            <pc:docMk/>
            <pc:sldMk cId="1001567699" sldId="262"/>
            <ac:picMk id="5" creationId="{72944473-3D2A-62A9-31C2-2062D2E0F01D}"/>
          </ac:picMkLst>
        </pc:picChg>
        <pc:picChg chg="del">
          <ac:chgData name="Erik Ejlskov Jensen (Delegate)" userId="4aa40976-d7c6-47fa-b4ba-cf0621f5de0c" providerId="ADAL" clId="{A741ED5A-594D-4599-9DEA-3CB1B5C2D1FA}" dt="2022-11-17T14:40:41.067" v="260" actId="478"/>
          <ac:picMkLst>
            <pc:docMk/>
            <pc:sldMk cId="1001567699" sldId="262"/>
            <ac:picMk id="7" creationId="{EA86C6DC-056E-AF9B-EF8F-05F484BAB775}"/>
          </ac:picMkLst>
        </pc:picChg>
      </pc:sldChg>
      <pc:sldChg chg="modSp mod">
        <pc:chgData name="Erik Ejlskov Jensen (Delegate)" userId="4aa40976-d7c6-47fa-b4ba-cf0621f5de0c" providerId="ADAL" clId="{A741ED5A-594D-4599-9DEA-3CB1B5C2D1FA}" dt="2022-11-17T14:43:28.107" v="449" actId="20577"/>
        <pc:sldMkLst>
          <pc:docMk/>
          <pc:sldMk cId="1676036476" sldId="264"/>
        </pc:sldMkLst>
        <pc:spChg chg="mod">
          <ac:chgData name="Erik Ejlskov Jensen (Delegate)" userId="4aa40976-d7c6-47fa-b4ba-cf0621f5de0c" providerId="ADAL" clId="{A741ED5A-594D-4599-9DEA-3CB1B5C2D1FA}" dt="2022-11-17T14:43:28.107" v="449" actId="20577"/>
          <ac:spMkLst>
            <pc:docMk/>
            <pc:sldMk cId="1676036476" sldId="264"/>
            <ac:spMk id="3" creationId="{B366DB99-25E1-988A-1438-1D73FE798176}"/>
          </ac:spMkLst>
        </pc:spChg>
      </pc:sldChg>
      <pc:sldChg chg="addSp delSp modSp new mod setBg setClrOvrMap">
        <pc:chgData name="Erik Ejlskov Jensen (Delegate)" userId="4aa40976-d7c6-47fa-b4ba-cf0621f5de0c" providerId="ADAL" clId="{A741ED5A-594D-4599-9DEA-3CB1B5C2D1FA}" dt="2022-11-17T14:46:57.963" v="579" actId="1076"/>
        <pc:sldMkLst>
          <pc:docMk/>
          <pc:sldMk cId="3970507168" sldId="266"/>
        </pc:sldMkLst>
        <pc:spChg chg="mo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2" creationId="{BCD0543B-85D0-70D6-E8C0-825E5B0CC031}"/>
          </ac:spMkLst>
        </pc:spChg>
        <pc:spChg chg="mod ord">
          <ac:chgData name="Erik Ejlskov Jensen (Delegate)" userId="4aa40976-d7c6-47fa-b4ba-cf0621f5de0c" providerId="ADAL" clId="{A741ED5A-594D-4599-9DEA-3CB1B5C2D1FA}" dt="2022-11-17T14:46:57.963" v="579" actId="1076"/>
          <ac:spMkLst>
            <pc:docMk/>
            <pc:sldMk cId="3970507168" sldId="266"/>
            <ac:spMk id="3" creationId="{1D37BAAB-2AC4-7032-7DAE-B031E2D35A0C}"/>
          </ac:spMkLst>
        </pc:spChg>
        <pc:spChg chg="add del">
          <ac:chgData name="Erik Ejlskov Jensen (Delegate)" userId="4aa40976-d7c6-47fa-b4ba-cf0621f5de0c" providerId="ADAL" clId="{A741ED5A-594D-4599-9DEA-3CB1B5C2D1FA}" dt="2022-11-17T14:46:12.796" v="571" actId="26606"/>
          <ac:spMkLst>
            <pc:docMk/>
            <pc:sldMk cId="3970507168" sldId="266"/>
            <ac:spMk id="1031" creationId="{4F74D28C-3268-4E35-8EE1-D92CB4A85A7D}"/>
          </ac:spMkLst>
        </pc:spChg>
        <pc:spChg chg="ad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1033" creationId="{7004738A-9D34-43E8-97D2-CA0EED4F8BE0}"/>
          </ac:spMkLst>
        </pc:spChg>
        <pc:spChg chg="ad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1034" creationId="{12609869-9E80-471B-A487-A53288E0E791}"/>
          </ac:spMkLst>
        </pc:spChg>
        <pc:spChg chg="ad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1035" creationId="{B8B8D07F-F13E-443E-BA68-2D26672D76B9}"/>
          </ac:spMkLst>
        </pc:spChg>
        <pc:spChg chg="ad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1037" creationId="{2813A4FA-24A5-41ED-A534-3807D1B2F344}"/>
          </ac:spMkLst>
        </pc:spChg>
        <pc:spChg chg="add">
          <ac:chgData name="Erik Ejlskov Jensen (Delegate)" userId="4aa40976-d7c6-47fa-b4ba-cf0621f5de0c" providerId="ADAL" clId="{A741ED5A-594D-4599-9DEA-3CB1B5C2D1FA}" dt="2022-11-17T14:46:12.808" v="572" actId="26606"/>
          <ac:spMkLst>
            <pc:docMk/>
            <pc:sldMk cId="3970507168" sldId="266"/>
            <ac:spMk id="1039" creationId="{C3944F27-CA70-4E84-A51A-E6BF89558979}"/>
          </ac:spMkLst>
        </pc:spChg>
        <pc:picChg chg="add mod">
          <ac:chgData name="Erik Ejlskov Jensen (Delegate)" userId="4aa40976-d7c6-47fa-b4ba-cf0621f5de0c" providerId="ADAL" clId="{A741ED5A-594D-4599-9DEA-3CB1B5C2D1FA}" dt="2022-11-17T14:46:12.808" v="572" actId="26606"/>
          <ac:picMkLst>
            <pc:docMk/>
            <pc:sldMk cId="3970507168" sldId="266"/>
            <ac:picMk id="1026" creationId="{1345D517-B95E-08ED-3A50-F837FD734A34}"/>
          </ac:picMkLst>
        </pc:picChg>
      </pc:sldChg>
    </pc:docChg>
  </pc:docChgLst>
  <pc:docChgLst>
    <pc:chgData name="Erik Ejlskov Jensen (Delegate)" userId="4aa40976-d7c6-47fa-b4ba-cf0621f5de0c" providerId="ADAL" clId="{49C5C817-1396-4302-9354-95AA52950526}"/>
    <pc:docChg chg="custSel modSld sldOrd">
      <pc:chgData name="Erik Ejlskov Jensen (Delegate)" userId="4aa40976-d7c6-47fa-b4ba-cf0621f5de0c" providerId="ADAL" clId="{49C5C817-1396-4302-9354-95AA52950526}" dt="2022-11-23T09:47:00.067" v="191"/>
      <pc:docMkLst>
        <pc:docMk/>
      </pc:docMkLst>
      <pc:sldChg chg="modSp mod">
        <pc:chgData name="Erik Ejlskov Jensen (Delegate)" userId="4aa40976-d7c6-47fa-b4ba-cf0621f5de0c" providerId="ADAL" clId="{49C5C817-1396-4302-9354-95AA52950526}" dt="2022-11-23T09:40:59.062" v="153" actId="20577"/>
        <pc:sldMkLst>
          <pc:docMk/>
          <pc:sldMk cId="3361272730" sldId="256"/>
        </pc:sldMkLst>
        <pc:spChg chg="mod">
          <ac:chgData name="Erik Ejlskov Jensen (Delegate)" userId="4aa40976-d7c6-47fa-b4ba-cf0621f5de0c" providerId="ADAL" clId="{49C5C817-1396-4302-9354-95AA52950526}" dt="2022-11-23T09:40:59.062" v="153" actId="20577"/>
          <ac:spMkLst>
            <pc:docMk/>
            <pc:sldMk cId="3361272730" sldId="256"/>
            <ac:spMk id="2" creationId="{B6E02EDD-BF75-C1E2-C4E0-452E278B9E12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5:35.240" v="179" actId="27636"/>
        <pc:sldMkLst>
          <pc:docMk/>
          <pc:sldMk cId="2807965468" sldId="257"/>
        </pc:sldMkLst>
        <pc:spChg chg="mod">
          <ac:chgData name="Erik Ejlskov Jensen (Delegate)" userId="4aa40976-d7c6-47fa-b4ba-cf0621f5de0c" providerId="ADAL" clId="{49C5C817-1396-4302-9354-95AA52950526}" dt="2022-11-23T09:45:35.240" v="179" actId="27636"/>
          <ac:spMkLst>
            <pc:docMk/>
            <pc:sldMk cId="2807965468" sldId="257"/>
            <ac:spMk id="3" creationId="{FE1AEA13-D193-3591-483D-99C9CBEA719D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2:04.652" v="161" actId="20577"/>
        <pc:sldMkLst>
          <pc:docMk/>
          <pc:sldMk cId="2288951288" sldId="258"/>
        </pc:sldMkLst>
        <pc:spChg chg="mod">
          <ac:chgData name="Erik Ejlskov Jensen (Delegate)" userId="4aa40976-d7c6-47fa-b4ba-cf0621f5de0c" providerId="ADAL" clId="{49C5C817-1396-4302-9354-95AA52950526}" dt="2022-11-23T09:42:04.652" v="161" actId="20577"/>
          <ac:spMkLst>
            <pc:docMk/>
            <pc:sldMk cId="2288951288" sldId="258"/>
            <ac:spMk id="3" creationId="{8A20B760-FE83-68A1-F8D5-B52AEA3C66EC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2:35.001" v="171" actId="20577"/>
        <pc:sldMkLst>
          <pc:docMk/>
          <pc:sldMk cId="641704741" sldId="260"/>
        </pc:sldMkLst>
        <pc:spChg chg="mod">
          <ac:chgData name="Erik Ejlskov Jensen (Delegate)" userId="4aa40976-d7c6-47fa-b4ba-cf0621f5de0c" providerId="ADAL" clId="{49C5C817-1396-4302-9354-95AA52950526}" dt="2022-11-23T09:42:35.001" v="171" actId="20577"/>
          <ac:spMkLst>
            <pc:docMk/>
            <pc:sldMk cId="641704741" sldId="260"/>
            <ac:spMk id="3" creationId="{72E47B84-5EF3-4B0A-82B3-22C34297B1BE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6:01.676" v="182" actId="20577"/>
        <pc:sldMkLst>
          <pc:docMk/>
          <pc:sldMk cId="4018992247" sldId="263"/>
        </pc:sldMkLst>
        <pc:spChg chg="mod">
          <ac:chgData name="Erik Ejlskov Jensen (Delegate)" userId="4aa40976-d7c6-47fa-b4ba-cf0621f5de0c" providerId="ADAL" clId="{49C5C817-1396-4302-9354-95AA52950526}" dt="2022-11-23T09:46:01.676" v="182" actId="20577"/>
          <ac:spMkLst>
            <pc:docMk/>
            <pc:sldMk cId="4018992247" sldId="263"/>
            <ac:spMk id="2" creationId="{B0D5BB5B-7FFA-DB8B-F802-03B5D520D180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39:20.427" v="146" actId="20577"/>
        <pc:sldMkLst>
          <pc:docMk/>
          <pc:sldMk cId="1676036476" sldId="264"/>
        </pc:sldMkLst>
        <pc:spChg chg="mod">
          <ac:chgData name="Erik Ejlskov Jensen (Delegate)" userId="4aa40976-d7c6-47fa-b4ba-cf0621f5de0c" providerId="ADAL" clId="{49C5C817-1396-4302-9354-95AA52950526}" dt="2022-11-23T09:39:20.427" v="146" actId="20577"/>
          <ac:spMkLst>
            <pc:docMk/>
            <pc:sldMk cId="1676036476" sldId="264"/>
            <ac:spMk id="3" creationId="{B366DB99-25E1-988A-1438-1D73FE798176}"/>
          </ac:spMkLst>
        </pc:spChg>
      </pc:sldChg>
      <pc:sldChg chg="ord">
        <pc:chgData name="Erik Ejlskov Jensen (Delegate)" userId="4aa40976-d7c6-47fa-b4ba-cf0621f5de0c" providerId="ADAL" clId="{49C5C817-1396-4302-9354-95AA52950526}" dt="2022-11-23T09:47:00.067" v="191"/>
        <pc:sldMkLst>
          <pc:docMk/>
          <pc:sldMk cId="3957574466" sldId="265"/>
        </pc:sldMkLst>
      </pc:sldChg>
      <pc:sldChg chg="modSp mod">
        <pc:chgData name="Erik Ejlskov Jensen (Delegate)" userId="4aa40976-d7c6-47fa-b4ba-cf0621f5de0c" providerId="ADAL" clId="{49C5C817-1396-4302-9354-95AA52950526}" dt="2022-11-23T09:46:21.810" v="183" actId="20577"/>
        <pc:sldMkLst>
          <pc:docMk/>
          <pc:sldMk cId="4276172393" sldId="267"/>
        </pc:sldMkLst>
        <pc:spChg chg="mod">
          <ac:chgData name="Erik Ejlskov Jensen (Delegate)" userId="4aa40976-d7c6-47fa-b4ba-cf0621f5de0c" providerId="ADAL" clId="{49C5C817-1396-4302-9354-95AA52950526}" dt="2022-11-23T09:46:21.810" v="183" actId="20577"/>
          <ac:spMkLst>
            <pc:docMk/>
            <pc:sldMk cId="4276172393" sldId="267"/>
            <ac:spMk id="2" creationId="{B0D5BB5B-7FFA-DB8B-F802-03B5D520D180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6:26.193" v="184" actId="20577"/>
        <pc:sldMkLst>
          <pc:docMk/>
          <pc:sldMk cId="1709857564" sldId="268"/>
        </pc:sldMkLst>
        <pc:spChg chg="mod">
          <ac:chgData name="Erik Ejlskov Jensen (Delegate)" userId="4aa40976-d7c6-47fa-b4ba-cf0621f5de0c" providerId="ADAL" clId="{49C5C817-1396-4302-9354-95AA52950526}" dt="2022-11-23T09:46:26.193" v="184" actId="20577"/>
          <ac:spMkLst>
            <pc:docMk/>
            <pc:sldMk cId="1709857564" sldId="268"/>
            <ac:spMk id="2" creationId="{B0D5BB5B-7FFA-DB8B-F802-03B5D520D180}"/>
          </ac:spMkLst>
        </pc:spChg>
      </pc:sldChg>
      <pc:sldChg chg="modSp mod">
        <pc:chgData name="Erik Ejlskov Jensen (Delegate)" userId="4aa40976-d7c6-47fa-b4ba-cf0621f5de0c" providerId="ADAL" clId="{49C5C817-1396-4302-9354-95AA52950526}" dt="2022-11-23T09:46:29.078" v="185" actId="20577"/>
        <pc:sldMkLst>
          <pc:docMk/>
          <pc:sldMk cId="722490932" sldId="269"/>
        </pc:sldMkLst>
        <pc:spChg chg="mod">
          <ac:chgData name="Erik Ejlskov Jensen (Delegate)" userId="4aa40976-d7c6-47fa-b4ba-cf0621f5de0c" providerId="ADAL" clId="{49C5C817-1396-4302-9354-95AA52950526}" dt="2022-11-23T09:46:29.078" v="185" actId="20577"/>
          <ac:spMkLst>
            <pc:docMk/>
            <pc:sldMk cId="722490932" sldId="269"/>
            <ac:spMk id="2" creationId="{B0D5BB5B-7FFA-DB8B-F802-03B5D520D180}"/>
          </ac:spMkLst>
        </pc:spChg>
      </pc:sldChg>
      <pc:sldChg chg="addSp modSp mod">
        <pc:chgData name="Erik Ejlskov Jensen (Delegate)" userId="4aa40976-d7c6-47fa-b4ba-cf0621f5de0c" providerId="ADAL" clId="{49C5C817-1396-4302-9354-95AA52950526}" dt="2022-11-23T09:46:35.881" v="186" actId="20577"/>
        <pc:sldMkLst>
          <pc:docMk/>
          <pc:sldMk cId="2332471340" sldId="270"/>
        </pc:sldMkLst>
        <pc:spChg chg="mod">
          <ac:chgData name="Erik Ejlskov Jensen (Delegate)" userId="4aa40976-d7c6-47fa-b4ba-cf0621f5de0c" providerId="ADAL" clId="{49C5C817-1396-4302-9354-95AA52950526}" dt="2022-11-23T09:46:35.881" v="186" actId="20577"/>
          <ac:spMkLst>
            <pc:docMk/>
            <pc:sldMk cId="2332471340" sldId="270"/>
            <ac:spMk id="2" creationId="{B0D5BB5B-7FFA-DB8B-F802-03B5D520D180}"/>
          </ac:spMkLst>
        </pc:spChg>
        <pc:graphicFrameChg chg="mod">
          <ac:chgData name="Erik Ejlskov Jensen (Delegate)" userId="4aa40976-d7c6-47fa-b4ba-cf0621f5de0c" providerId="ADAL" clId="{49C5C817-1396-4302-9354-95AA52950526}" dt="2022-11-23T09:40:32.698" v="147"/>
          <ac:graphicFrameMkLst>
            <pc:docMk/>
            <pc:sldMk cId="2332471340" sldId="270"/>
            <ac:graphicFrameMk id="4" creationId="{14C458CB-FE86-0722-5465-2135D8B24067}"/>
          </ac:graphicFrameMkLst>
        </pc:graphicFrameChg>
        <pc:picChg chg="add mod">
          <ac:chgData name="Erik Ejlskov Jensen (Delegate)" userId="4aa40976-d7c6-47fa-b4ba-cf0621f5de0c" providerId="ADAL" clId="{49C5C817-1396-4302-9354-95AA52950526}" dt="2022-11-23T09:40:40.449" v="150" actId="1076"/>
          <ac:picMkLst>
            <pc:docMk/>
            <pc:sldMk cId="2332471340" sldId="270"/>
            <ac:picMk id="1026" creationId="{0C12428C-43EA-42B3-B5FD-98F46FCED002}"/>
          </ac:picMkLst>
        </pc:picChg>
      </pc:sldChg>
      <pc:sldChg chg="modSp mod">
        <pc:chgData name="Erik Ejlskov Jensen (Delegate)" userId="4aa40976-d7c6-47fa-b4ba-cf0621f5de0c" providerId="ADAL" clId="{49C5C817-1396-4302-9354-95AA52950526}" dt="2022-11-23T09:46:40.488" v="187" actId="20577"/>
        <pc:sldMkLst>
          <pc:docMk/>
          <pc:sldMk cId="3323612796" sldId="271"/>
        </pc:sldMkLst>
        <pc:spChg chg="mod">
          <ac:chgData name="Erik Ejlskov Jensen (Delegate)" userId="4aa40976-d7c6-47fa-b4ba-cf0621f5de0c" providerId="ADAL" clId="{49C5C817-1396-4302-9354-95AA52950526}" dt="2022-11-23T09:46:40.488" v="187" actId="20577"/>
          <ac:spMkLst>
            <pc:docMk/>
            <pc:sldMk cId="3323612796" sldId="271"/>
            <ac:spMk id="2" creationId="{B0D5BB5B-7FFA-DB8B-F802-03B5D520D180}"/>
          </ac:spMkLst>
        </pc:spChg>
      </pc:sldChg>
    </pc:docChg>
  </pc:docChgLst>
  <pc:docChgLst>
    <pc:chgData name="Erik Ejlskov Jensen (Delegate)" userId="4aa40976-d7c6-47fa-b4ba-cf0621f5de0c" providerId="ADAL" clId="{25EB1BC6-A805-4FD3-8195-1FA8D38767B8}"/>
    <pc:docChg chg="custSel addSld modSld">
      <pc:chgData name="Erik Ejlskov Jensen (Delegate)" userId="4aa40976-d7c6-47fa-b4ba-cf0621f5de0c" providerId="ADAL" clId="{25EB1BC6-A805-4FD3-8195-1FA8D38767B8}" dt="2022-11-11T07:23:28.925" v="39" actId="26606"/>
      <pc:docMkLst>
        <pc:docMk/>
      </pc:docMkLst>
      <pc:sldChg chg="modSp mod">
        <pc:chgData name="Erik Ejlskov Jensen (Delegate)" userId="4aa40976-d7c6-47fa-b4ba-cf0621f5de0c" providerId="ADAL" clId="{25EB1BC6-A805-4FD3-8195-1FA8D38767B8}" dt="2022-11-11T07:19:56.159" v="18" actId="20577"/>
        <pc:sldMkLst>
          <pc:docMk/>
          <pc:sldMk cId="641704741" sldId="260"/>
        </pc:sldMkLst>
        <pc:spChg chg="mod">
          <ac:chgData name="Erik Ejlskov Jensen (Delegate)" userId="4aa40976-d7c6-47fa-b4ba-cf0621f5de0c" providerId="ADAL" clId="{25EB1BC6-A805-4FD3-8195-1FA8D38767B8}" dt="2022-11-11T07:19:56.159" v="18" actId="20577"/>
          <ac:spMkLst>
            <pc:docMk/>
            <pc:sldMk cId="641704741" sldId="260"/>
            <ac:spMk id="3" creationId="{72E47B84-5EF3-4B0A-82B3-22C34297B1BE}"/>
          </ac:spMkLst>
        </pc:spChg>
      </pc:sldChg>
      <pc:sldChg chg="modSp">
        <pc:chgData name="Erik Ejlskov Jensen (Delegate)" userId="4aa40976-d7c6-47fa-b4ba-cf0621f5de0c" providerId="ADAL" clId="{25EB1BC6-A805-4FD3-8195-1FA8D38767B8}" dt="2022-11-11T07:19:18.037" v="15" actId="20577"/>
        <pc:sldMkLst>
          <pc:docMk/>
          <pc:sldMk cId="4018992247" sldId="263"/>
        </pc:sldMkLst>
        <pc:graphicFrameChg chg="mod">
          <ac:chgData name="Erik Ejlskov Jensen (Delegate)" userId="4aa40976-d7c6-47fa-b4ba-cf0621f5de0c" providerId="ADAL" clId="{25EB1BC6-A805-4FD3-8195-1FA8D38767B8}" dt="2022-11-11T07:19:18.037" v="15" actId="20577"/>
          <ac:graphicFrameMkLst>
            <pc:docMk/>
            <pc:sldMk cId="4018992247" sldId="263"/>
            <ac:graphicFrameMk id="4" creationId="{14C458CB-FE86-0722-5465-2135D8B24067}"/>
          </ac:graphicFrameMkLst>
        </pc:graphicFrameChg>
      </pc:sldChg>
      <pc:sldChg chg="addSp delSp modSp new mod setBg">
        <pc:chgData name="Erik Ejlskov Jensen (Delegate)" userId="4aa40976-d7c6-47fa-b4ba-cf0621f5de0c" providerId="ADAL" clId="{25EB1BC6-A805-4FD3-8195-1FA8D38767B8}" dt="2022-11-11T07:23:28.925" v="39" actId="26606"/>
        <pc:sldMkLst>
          <pc:docMk/>
          <pc:sldMk cId="3957574466" sldId="265"/>
        </pc:sldMkLst>
        <pc:spChg chg="mod">
          <ac:chgData name="Erik Ejlskov Jensen (Delegate)" userId="4aa40976-d7c6-47fa-b4ba-cf0621f5de0c" providerId="ADAL" clId="{25EB1BC6-A805-4FD3-8195-1FA8D38767B8}" dt="2022-11-11T07:23:28.925" v="39" actId="26606"/>
          <ac:spMkLst>
            <pc:docMk/>
            <pc:sldMk cId="3957574466" sldId="265"/>
            <ac:spMk id="2" creationId="{FF77B1E3-8341-D7FE-2E85-60B36B7EE184}"/>
          </ac:spMkLst>
        </pc:spChg>
        <pc:spChg chg="del">
          <ac:chgData name="Erik Ejlskov Jensen (Delegate)" userId="4aa40976-d7c6-47fa-b4ba-cf0621f5de0c" providerId="ADAL" clId="{25EB1BC6-A805-4FD3-8195-1FA8D38767B8}" dt="2022-11-11T07:21:00.676" v="30" actId="22"/>
          <ac:spMkLst>
            <pc:docMk/>
            <pc:sldMk cId="3957574466" sldId="265"/>
            <ac:spMk id="3" creationId="{3AA4564C-D54A-CB96-32E9-381B3A82AE5A}"/>
          </ac:spMkLst>
        </pc:spChg>
        <pc:spChg chg="add">
          <ac:chgData name="Erik Ejlskov Jensen (Delegate)" userId="4aa40976-d7c6-47fa-b4ba-cf0621f5de0c" providerId="ADAL" clId="{25EB1BC6-A805-4FD3-8195-1FA8D38767B8}" dt="2022-11-11T07:23:28.925" v="39" actId="26606"/>
          <ac:spMkLst>
            <pc:docMk/>
            <pc:sldMk cId="3957574466" sldId="265"/>
            <ac:spMk id="14" creationId="{70BDD0CE-06A4-404B-8A13-580229C1C923}"/>
          </ac:spMkLst>
        </pc:spChg>
        <pc:spChg chg="add">
          <ac:chgData name="Erik Ejlskov Jensen (Delegate)" userId="4aa40976-d7c6-47fa-b4ba-cf0621f5de0c" providerId="ADAL" clId="{25EB1BC6-A805-4FD3-8195-1FA8D38767B8}" dt="2022-11-11T07:23:28.925" v="39" actId="26606"/>
          <ac:spMkLst>
            <pc:docMk/>
            <pc:sldMk cId="3957574466" sldId="265"/>
            <ac:spMk id="16" creationId="{EE9899FA-8881-472C-AA59-D08A89CA8AEF}"/>
          </ac:spMkLst>
        </pc:spChg>
        <pc:spChg chg="add">
          <ac:chgData name="Erik Ejlskov Jensen (Delegate)" userId="4aa40976-d7c6-47fa-b4ba-cf0621f5de0c" providerId="ADAL" clId="{25EB1BC6-A805-4FD3-8195-1FA8D38767B8}" dt="2022-11-11T07:23:28.925" v="39" actId="26606"/>
          <ac:spMkLst>
            <pc:docMk/>
            <pc:sldMk cId="3957574466" sldId="265"/>
            <ac:spMk id="18" creationId="{080B7D90-3DF1-4514-B26D-616BE35553C9}"/>
          </ac:spMkLst>
        </pc:spChg>
        <pc:picChg chg="add mod ord">
          <ac:chgData name="Erik Ejlskov Jensen (Delegate)" userId="4aa40976-d7c6-47fa-b4ba-cf0621f5de0c" providerId="ADAL" clId="{25EB1BC6-A805-4FD3-8195-1FA8D38767B8}" dt="2022-11-11T07:23:28.925" v="39" actId="26606"/>
          <ac:picMkLst>
            <pc:docMk/>
            <pc:sldMk cId="3957574466" sldId="265"/>
            <ac:picMk id="5" creationId="{0947F1B0-6386-2DA7-7401-FB67532C5E99}"/>
          </ac:picMkLst>
        </pc:picChg>
        <pc:picChg chg="add del mod">
          <ac:chgData name="Erik Ejlskov Jensen (Delegate)" userId="4aa40976-d7c6-47fa-b4ba-cf0621f5de0c" providerId="ADAL" clId="{25EB1BC6-A805-4FD3-8195-1FA8D38767B8}" dt="2022-11-11T07:23:09.883" v="36" actId="478"/>
          <ac:picMkLst>
            <pc:docMk/>
            <pc:sldMk cId="3957574466" sldId="265"/>
            <ac:picMk id="7" creationId="{A9BC30BA-240C-D46D-4EBB-502DC9F7A2DD}"/>
          </ac:picMkLst>
        </pc:picChg>
        <pc:picChg chg="add mod">
          <ac:chgData name="Erik Ejlskov Jensen (Delegate)" userId="4aa40976-d7c6-47fa-b4ba-cf0621f5de0c" providerId="ADAL" clId="{25EB1BC6-A805-4FD3-8195-1FA8D38767B8}" dt="2022-11-11T07:23:28.925" v="39" actId="26606"/>
          <ac:picMkLst>
            <pc:docMk/>
            <pc:sldMk cId="3957574466" sldId="265"/>
            <ac:picMk id="9" creationId="{9ACF22F8-FE17-165A-29A4-217405750D9A}"/>
          </ac:picMkLst>
        </pc:picChg>
      </pc:sldChg>
    </pc:docChg>
  </pc:docChgLst>
  <pc:docChgLst>
    <pc:chgData name="Erik Ejlskov Jensen (Delegate)" userId="4aa40976-d7c6-47fa-b4ba-cf0621f5de0c" providerId="ADAL" clId="{8C14F93C-AE0D-46E6-BB57-9299CDA5752A}"/>
    <pc:docChg chg="modSld">
      <pc:chgData name="Erik Ejlskov Jensen (Delegate)" userId="4aa40976-d7c6-47fa-b4ba-cf0621f5de0c" providerId="ADAL" clId="{8C14F93C-AE0D-46E6-BB57-9299CDA5752A}" dt="2022-11-17T14:50:31.292" v="10" actId="14100"/>
      <pc:docMkLst>
        <pc:docMk/>
      </pc:docMkLst>
      <pc:sldChg chg="addSp delSp modSp mod">
        <pc:chgData name="Erik Ejlskov Jensen (Delegate)" userId="4aa40976-d7c6-47fa-b4ba-cf0621f5de0c" providerId="ADAL" clId="{8C14F93C-AE0D-46E6-BB57-9299CDA5752A}" dt="2022-11-17T14:50:31.292" v="10" actId="14100"/>
        <pc:sldMkLst>
          <pc:docMk/>
          <pc:sldMk cId="3970507168" sldId="266"/>
        </pc:sldMkLst>
        <pc:spChg chg="mod">
          <ac:chgData name="Erik Ejlskov Jensen (Delegate)" userId="4aa40976-d7c6-47fa-b4ba-cf0621f5de0c" providerId="ADAL" clId="{8C14F93C-AE0D-46E6-BB57-9299CDA5752A}" dt="2022-11-17T14:50:31.292" v="10" actId="14100"/>
          <ac:spMkLst>
            <pc:docMk/>
            <pc:sldMk cId="3970507168" sldId="266"/>
            <ac:spMk id="3" creationId="{1D37BAAB-2AC4-7032-7DAE-B031E2D35A0C}"/>
          </ac:spMkLst>
        </pc:spChg>
        <pc:picChg chg="add del">
          <ac:chgData name="Erik Ejlskov Jensen (Delegate)" userId="4aa40976-d7c6-47fa-b4ba-cf0621f5de0c" providerId="ADAL" clId="{8C14F93C-AE0D-46E6-BB57-9299CDA5752A}" dt="2022-11-17T14:50:09.164" v="3"/>
          <ac:picMkLst>
            <pc:docMk/>
            <pc:sldMk cId="3970507168" sldId="266"/>
            <ac:picMk id="4" creationId="{316C5EFB-65B2-6435-969F-08EC794859BD}"/>
          </ac:picMkLst>
        </pc:picChg>
        <pc:picChg chg="add del">
          <ac:chgData name="Erik Ejlskov Jensen (Delegate)" userId="4aa40976-d7c6-47fa-b4ba-cf0621f5de0c" providerId="ADAL" clId="{8C14F93C-AE0D-46E6-BB57-9299CDA5752A}" dt="2022-11-17T14:50:15.410" v="5" actId="478"/>
          <ac:picMkLst>
            <pc:docMk/>
            <pc:sldMk cId="3970507168" sldId="266"/>
            <ac:picMk id="1026" creationId="{1345D517-B95E-08ED-3A50-F837FD734A34}"/>
          </ac:picMkLst>
        </pc:picChg>
        <pc:picChg chg="add mod">
          <ac:chgData name="Erik Ejlskov Jensen (Delegate)" userId="4aa40976-d7c6-47fa-b4ba-cf0621f5de0c" providerId="ADAL" clId="{8C14F93C-AE0D-46E6-BB57-9299CDA5752A}" dt="2022-11-17T14:50:26.941" v="9" actId="1076"/>
          <ac:picMkLst>
            <pc:docMk/>
            <pc:sldMk cId="3970507168" sldId="266"/>
            <ac:picMk id="1028" creationId="{672BB7EB-32D7-CC82-0F37-1B439A402A01}"/>
          </ac:picMkLst>
        </pc:picChg>
      </pc:sldChg>
    </pc:docChg>
  </pc:docChgLst>
  <pc:docChgLst>
    <pc:chgData name="Erik Ejlskov Jensen (Delegate)" userId="4aa40976-d7c6-47fa-b4ba-cf0621f5de0c" providerId="ADAL" clId="{96FCF2EA-F705-47F0-9DB5-E3BB9C457B4E}"/>
    <pc:docChg chg="custSel addSld modSld sldOrd">
      <pc:chgData name="Erik Ejlskov Jensen (Delegate)" userId="4aa40976-d7c6-47fa-b4ba-cf0621f5de0c" providerId="ADAL" clId="{96FCF2EA-F705-47F0-9DB5-E3BB9C457B4E}" dt="2022-11-11T07:16:11.678" v="303" actId="20577"/>
      <pc:docMkLst>
        <pc:docMk/>
      </pc:docMkLst>
      <pc:sldChg chg="modSp mod">
        <pc:chgData name="Erik Ejlskov Jensen (Delegate)" userId="4aa40976-d7c6-47fa-b4ba-cf0621f5de0c" providerId="ADAL" clId="{96FCF2EA-F705-47F0-9DB5-E3BB9C457B4E}" dt="2022-11-11T07:15:15.506" v="243" actId="6549"/>
        <pc:sldMkLst>
          <pc:docMk/>
          <pc:sldMk cId="2288951288" sldId="258"/>
        </pc:sldMkLst>
        <pc:spChg chg="mod">
          <ac:chgData name="Erik Ejlskov Jensen (Delegate)" userId="4aa40976-d7c6-47fa-b4ba-cf0621f5de0c" providerId="ADAL" clId="{96FCF2EA-F705-47F0-9DB5-E3BB9C457B4E}" dt="2022-11-11T07:15:15.506" v="243" actId="6549"/>
          <ac:spMkLst>
            <pc:docMk/>
            <pc:sldMk cId="2288951288" sldId="258"/>
            <ac:spMk id="3" creationId="{8A20B760-FE83-68A1-F8D5-B52AEA3C66EC}"/>
          </ac:spMkLst>
        </pc:spChg>
      </pc:sldChg>
      <pc:sldChg chg="modSp mod">
        <pc:chgData name="Erik Ejlskov Jensen (Delegate)" userId="4aa40976-d7c6-47fa-b4ba-cf0621f5de0c" providerId="ADAL" clId="{96FCF2EA-F705-47F0-9DB5-E3BB9C457B4E}" dt="2022-11-11T07:01:21.620" v="27" actId="20577"/>
        <pc:sldMkLst>
          <pc:docMk/>
          <pc:sldMk cId="641704741" sldId="260"/>
        </pc:sldMkLst>
        <pc:spChg chg="mod">
          <ac:chgData name="Erik Ejlskov Jensen (Delegate)" userId="4aa40976-d7c6-47fa-b4ba-cf0621f5de0c" providerId="ADAL" clId="{96FCF2EA-F705-47F0-9DB5-E3BB9C457B4E}" dt="2022-11-11T07:01:21.620" v="27" actId="20577"/>
          <ac:spMkLst>
            <pc:docMk/>
            <pc:sldMk cId="641704741" sldId="260"/>
            <ac:spMk id="3" creationId="{72E47B84-5EF3-4B0A-82B3-22C34297B1BE}"/>
          </ac:spMkLst>
        </pc:spChg>
      </pc:sldChg>
      <pc:sldChg chg="modSp mod">
        <pc:chgData name="Erik Ejlskov Jensen (Delegate)" userId="4aa40976-d7c6-47fa-b4ba-cf0621f5de0c" providerId="ADAL" clId="{96FCF2EA-F705-47F0-9DB5-E3BB9C457B4E}" dt="2022-11-11T07:15:36.673" v="246" actId="20577"/>
        <pc:sldMkLst>
          <pc:docMk/>
          <pc:sldMk cId="118172947" sldId="261"/>
        </pc:sldMkLst>
        <pc:spChg chg="mod">
          <ac:chgData name="Erik Ejlskov Jensen (Delegate)" userId="4aa40976-d7c6-47fa-b4ba-cf0621f5de0c" providerId="ADAL" clId="{96FCF2EA-F705-47F0-9DB5-E3BB9C457B4E}" dt="2022-11-11T07:15:36.673" v="246" actId="20577"/>
          <ac:spMkLst>
            <pc:docMk/>
            <pc:sldMk cId="118172947" sldId="261"/>
            <ac:spMk id="3" creationId="{274AB9B9-B1DC-EAA4-191B-DB45CF3A91D3}"/>
          </ac:spMkLst>
        </pc:spChg>
      </pc:sldChg>
      <pc:sldChg chg="addSp modSp mod">
        <pc:chgData name="Erik Ejlskov Jensen (Delegate)" userId="4aa40976-d7c6-47fa-b4ba-cf0621f5de0c" providerId="ADAL" clId="{96FCF2EA-F705-47F0-9DB5-E3BB9C457B4E}" dt="2022-11-11T07:02:25.956" v="30" actId="1076"/>
        <pc:sldMkLst>
          <pc:docMk/>
          <pc:sldMk cId="1001567699" sldId="262"/>
        </pc:sldMkLst>
        <pc:picChg chg="mod">
          <ac:chgData name="Erik Ejlskov Jensen (Delegate)" userId="4aa40976-d7c6-47fa-b4ba-cf0621f5de0c" providerId="ADAL" clId="{96FCF2EA-F705-47F0-9DB5-E3BB9C457B4E}" dt="2022-11-11T07:02:25.956" v="30" actId="1076"/>
          <ac:picMkLst>
            <pc:docMk/>
            <pc:sldMk cId="1001567699" sldId="262"/>
            <ac:picMk id="5" creationId="{72944473-3D2A-62A9-31C2-2062D2E0F01D}"/>
          </ac:picMkLst>
        </pc:picChg>
        <pc:picChg chg="add mod">
          <ac:chgData name="Erik Ejlskov Jensen (Delegate)" userId="4aa40976-d7c6-47fa-b4ba-cf0621f5de0c" providerId="ADAL" clId="{96FCF2EA-F705-47F0-9DB5-E3BB9C457B4E}" dt="2022-11-11T07:02:23.415" v="29" actId="1076"/>
          <ac:picMkLst>
            <pc:docMk/>
            <pc:sldMk cId="1001567699" sldId="262"/>
            <ac:picMk id="7" creationId="{EA86C6DC-056E-AF9B-EF8F-05F484BAB775}"/>
          </ac:picMkLst>
        </pc:picChg>
      </pc:sldChg>
      <pc:sldChg chg="addSp delSp modSp new mod ord">
        <pc:chgData name="Erik Ejlskov Jensen (Delegate)" userId="4aa40976-d7c6-47fa-b4ba-cf0621f5de0c" providerId="ADAL" clId="{96FCF2EA-F705-47F0-9DB5-E3BB9C457B4E}" dt="2022-11-11T07:06:51.749" v="196"/>
        <pc:sldMkLst>
          <pc:docMk/>
          <pc:sldMk cId="4018992247" sldId="263"/>
        </pc:sldMkLst>
        <pc:spChg chg="mod">
          <ac:chgData name="Erik Ejlskov Jensen (Delegate)" userId="4aa40976-d7c6-47fa-b4ba-cf0621f5de0c" providerId="ADAL" clId="{96FCF2EA-F705-47F0-9DB5-E3BB9C457B4E}" dt="2022-11-11T07:06:36.621" v="194" actId="20577"/>
          <ac:spMkLst>
            <pc:docMk/>
            <pc:sldMk cId="4018992247" sldId="263"/>
            <ac:spMk id="2" creationId="{B0D5BB5B-7FFA-DB8B-F802-03B5D520D180}"/>
          </ac:spMkLst>
        </pc:spChg>
        <pc:spChg chg="del">
          <ac:chgData name="Erik Ejlskov Jensen (Delegate)" userId="4aa40976-d7c6-47fa-b4ba-cf0621f5de0c" providerId="ADAL" clId="{96FCF2EA-F705-47F0-9DB5-E3BB9C457B4E}" dt="2022-11-11T07:05:09.895" v="92" actId="1032"/>
          <ac:spMkLst>
            <pc:docMk/>
            <pc:sldMk cId="4018992247" sldId="263"/>
            <ac:spMk id="3" creationId="{BC15A941-5751-8085-8AA9-2C617C3009D1}"/>
          </ac:spMkLst>
        </pc:spChg>
        <pc:graphicFrameChg chg="add mod modGraphic">
          <ac:chgData name="Erik Ejlskov Jensen (Delegate)" userId="4aa40976-d7c6-47fa-b4ba-cf0621f5de0c" providerId="ADAL" clId="{96FCF2EA-F705-47F0-9DB5-E3BB9C457B4E}" dt="2022-11-11T07:06:27.387" v="186" actId="20577"/>
          <ac:graphicFrameMkLst>
            <pc:docMk/>
            <pc:sldMk cId="4018992247" sldId="263"/>
            <ac:graphicFrameMk id="4" creationId="{14C458CB-FE86-0722-5465-2135D8B24067}"/>
          </ac:graphicFrameMkLst>
        </pc:graphicFrameChg>
      </pc:sldChg>
      <pc:sldChg chg="modSp new mod">
        <pc:chgData name="Erik Ejlskov Jensen (Delegate)" userId="4aa40976-d7c6-47fa-b4ba-cf0621f5de0c" providerId="ADAL" clId="{96FCF2EA-F705-47F0-9DB5-E3BB9C457B4E}" dt="2022-11-11T07:16:11.678" v="303" actId="20577"/>
        <pc:sldMkLst>
          <pc:docMk/>
          <pc:sldMk cId="1676036476" sldId="264"/>
        </pc:sldMkLst>
        <pc:spChg chg="mod">
          <ac:chgData name="Erik Ejlskov Jensen (Delegate)" userId="4aa40976-d7c6-47fa-b4ba-cf0621f5de0c" providerId="ADAL" clId="{96FCF2EA-F705-47F0-9DB5-E3BB9C457B4E}" dt="2022-11-11T07:15:48.661" v="257" actId="20577"/>
          <ac:spMkLst>
            <pc:docMk/>
            <pc:sldMk cId="1676036476" sldId="264"/>
            <ac:spMk id="2" creationId="{037A16B9-340A-90A5-BB4C-A29B87C74C2F}"/>
          </ac:spMkLst>
        </pc:spChg>
        <pc:spChg chg="mod">
          <ac:chgData name="Erik Ejlskov Jensen (Delegate)" userId="4aa40976-d7c6-47fa-b4ba-cf0621f5de0c" providerId="ADAL" clId="{96FCF2EA-F705-47F0-9DB5-E3BB9C457B4E}" dt="2022-11-11T07:16:11.678" v="303" actId="20577"/>
          <ac:spMkLst>
            <pc:docMk/>
            <pc:sldMk cId="1676036476" sldId="264"/>
            <ac:spMk id="3" creationId="{B366DB99-25E1-988A-1438-1D73FE798176}"/>
          </ac:spMkLst>
        </pc:spChg>
      </pc:sldChg>
    </pc:docChg>
  </pc:docChgLst>
  <pc:docChgLst>
    <pc:chgData name="Erik Ejlskov Jensen (Delegate)" userId="4aa40976-d7c6-47fa-b4ba-cf0621f5de0c" providerId="ADAL" clId="{5749A131-4466-4445-A8C2-9CD36CF23786}"/>
    <pc:docChg chg="custSel addSld modSld">
      <pc:chgData name="Erik Ejlskov Jensen (Delegate)" userId="4aa40976-d7c6-47fa-b4ba-cf0621f5de0c" providerId="ADAL" clId="{5749A131-4466-4445-A8C2-9CD36CF23786}" dt="2022-11-22T15:07:55.340" v="104" actId="1076"/>
      <pc:docMkLst>
        <pc:docMk/>
      </pc:docMkLst>
      <pc:sldChg chg="modSp mod">
        <pc:chgData name="Erik Ejlskov Jensen (Delegate)" userId="4aa40976-d7c6-47fa-b4ba-cf0621f5de0c" providerId="ADAL" clId="{5749A131-4466-4445-A8C2-9CD36CF23786}" dt="2022-11-22T15:03:00.487" v="26" actId="20577"/>
        <pc:sldMkLst>
          <pc:docMk/>
          <pc:sldMk cId="2807965468" sldId="257"/>
        </pc:sldMkLst>
        <pc:spChg chg="mod">
          <ac:chgData name="Erik Ejlskov Jensen (Delegate)" userId="4aa40976-d7c6-47fa-b4ba-cf0621f5de0c" providerId="ADAL" clId="{5749A131-4466-4445-A8C2-9CD36CF23786}" dt="2022-11-22T15:03:00.487" v="26" actId="20577"/>
          <ac:spMkLst>
            <pc:docMk/>
            <pc:sldMk cId="2807965468" sldId="257"/>
            <ac:spMk id="3" creationId="{FE1AEA13-D193-3591-483D-99C9CBEA719D}"/>
          </ac:spMkLst>
        </pc:spChg>
      </pc:sldChg>
      <pc:sldChg chg="addSp delSp modSp">
        <pc:chgData name="Erik Ejlskov Jensen (Delegate)" userId="4aa40976-d7c6-47fa-b4ba-cf0621f5de0c" providerId="ADAL" clId="{5749A131-4466-4445-A8C2-9CD36CF23786}" dt="2022-11-22T15:07:15.577" v="98"/>
        <pc:sldMkLst>
          <pc:docMk/>
          <pc:sldMk cId="641704741" sldId="260"/>
        </pc:sldMkLst>
        <pc:spChg chg="add del mod">
          <ac:chgData name="Erik Ejlskov Jensen (Delegate)" userId="4aa40976-d7c6-47fa-b4ba-cf0621f5de0c" providerId="ADAL" clId="{5749A131-4466-4445-A8C2-9CD36CF23786}" dt="2022-11-22T15:07:15.577" v="98"/>
          <ac:spMkLst>
            <pc:docMk/>
            <pc:sldMk cId="641704741" sldId="260"/>
            <ac:spMk id="4" creationId="{D9A845FA-1FF8-5F69-6FBB-E7386A785897}"/>
          </ac:spMkLst>
        </pc:spChg>
      </pc:sldChg>
      <pc:sldChg chg="addSp delSp modSp mod">
        <pc:chgData name="Erik Ejlskov Jensen (Delegate)" userId="4aa40976-d7c6-47fa-b4ba-cf0621f5de0c" providerId="ADAL" clId="{5749A131-4466-4445-A8C2-9CD36CF23786}" dt="2022-11-22T15:06:13.408" v="90" actId="478"/>
        <pc:sldMkLst>
          <pc:docMk/>
          <pc:sldMk cId="4018992247" sldId="263"/>
        </pc:sldMkLst>
        <pc:spChg chg="add del mod">
          <ac:chgData name="Erik Ejlskov Jensen (Delegate)" userId="4aa40976-d7c6-47fa-b4ba-cf0621f5de0c" providerId="ADAL" clId="{5749A131-4466-4445-A8C2-9CD36CF23786}" dt="2022-11-22T15:06:13.408" v="90" actId="478"/>
          <ac:spMkLst>
            <pc:docMk/>
            <pc:sldMk cId="4018992247" sldId="263"/>
            <ac:spMk id="3" creationId="{A12E26F1-A49D-A38D-40CD-FE2596861CDB}"/>
          </ac:spMkLst>
        </pc:spChg>
        <pc:graphicFrameChg chg="mod">
          <ac:chgData name="Erik Ejlskov Jensen (Delegate)" userId="4aa40976-d7c6-47fa-b4ba-cf0621f5de0c" providerId="ADAL" clId="{5749A131-4466-4445-A8C2-9CD36CF23786}" dt="2022-11-22T15:05:44.275" v="87" actId="12100"/>
          <ac:graphicFrameMkLst>
            <pc:docMk/>
            <pc:sldMk cId="4018992247" sldId="263"/>
            <ac:graphicFrameMk id="4" creationId="{14C458CB-FE86-0722-5465-2135D8B24067}"/>
          </ac:graphicFrameMkLst>
        </pc:graphicFrameChg>
      </pc:sldChg>
      <pc:sldChg chg="modSp mod">
        <pc:chgData name="Erik Ejlskov Jensen (Delegate)" userId="4aa40976-d7c6-47fa-b4ba-cf0621f5de0c" providerId="ADAL" clId="{5749A131-4466-4445-A8C2-9CD36CF23786}" dt="2022-11-22T15:04:15.014" v="80" actId="20577"/>
        <pc:sldMkLst>
          <pc:docMk/>
          <pc:sldMk cId="1676036476" sldId="264"/>
        </pc:sldMkLst>
        <pc:spChg chg="mod">
          <ac:chgData name="Erik Ejlskov Jensen (Delegate)" userId="4aa40976-d7c6-47fa-b4ba-cf0621f5de0c" providerId="ADAL" clId="{5749A131-4466-4445-A8C2-9CD36CF23786}" dt="2022-11-22T15:04:15.014" v="80" actId="20577"/>
          <ac:spMkLst>
            <pc:docMk/>
            <pc:sldMk cId="1676036476" sldId="264"/>
            <ac:spMk id="3" creationId="{B366DB99-25E1-988A-1438-1D73FE798176}"/>
          </ac:spMkLst>
        </pc:spChg>
      </pc:sldChg>
      <pc:sldChg chg="addSp modSp add mod">
        <pc:chgData name="Erik Ejlskov Jensen (Delegate)" userId="4aa40976-d7c6-47fa-b4ba-cf0621f5de0c" providerId="ADAL" clId="{5749A131-4466-4445-A8C2-9CD36CF23786}" dt="2022-11-22T15:06:46.569" v="93" actId="1076"/>
        <pc:sldMkLst>
          <pc:docMk/>
          <pc:sldMk cId="4276172393" sldId="267"/>
        </pc:sldMkLst>
        <pc:spChg chg="add mod">
          <ac:chgData name="Erik Ejlskov Jensen (Delegate)" userId="4aa40976-d7c6-47fa-b4ba-cf0621f5de0c" providerId="ADAL" clId="{5749A131-4466-4445-A8C2-9CD36CF23786}" dt="2022-11-22T15:06:46.569" v="93" actId="1076"/>
          <ac:spMkLst>
            <pc:docMk/>
            <pc:sldMk cId="4276172393" sldId="267"/>
            <ac:spMk id="3" creationId="{4EC63D95-B375-1F33-8DB2-72CEF32C01EC}"/>
          </ac:spMkLst>
        </pc:spChg>
      </pc:sldChg>
      <pc:sldChg chg="addSp modSp add mod">
        <pc:chgData name="Erik Ejlskov Jensen (Delegate)" userId="4aa40976-d7c6-47fa-b4ba-cf0621f5de0c" providerId="ADAL" clId="{5749A131-4466-4445-A8C2-9CD36CF23786}" dt="2022-11-22T15:07:06.122" v="96" actId="1076"/>
        <pc:sldMkLst>
          <pc:docMk/>
          <pc:sldMk cId="1709857564" sldId="268"/>
        </pc:sldMkLst>
        <pc:spChg chg="add mod">
          <ac:chgData name="Erik Ejlskov Jensen (Delegate)" userId="4aa40976-d7c6-47fa-b4ba-cf0621f5de0c" providerId="ADAL" clId="{5749A131-4466-4445-A8C2-9CD36CF23786}" dt="2022-11-22T15:07:06.122" v="96" actId="1076"/>
          <ac:spMkLst>
            <pc:docMk/>
            <pc:sldMk cId="1709857564" sldId="268"/>
            <ac:spMk id="3" creationId="{41A997FB-CF39-A7D3-CBE9-49B7A0E95D4B}"/>
          </ac:spMkLst>
        </pc:spChg>
      </pc:sldChg>
      <pc:sldChg chg="modSp add mod">
        <pc:chgData name="Erik Ejlskov Jensen (Delegate)" userId="4aa40976-d7c6-47fa-b4ba-cf0621f5de0c" providerId="ADAL" clId="{5749A131-4466-4445-A8C2-9CD36CF23786}" dt="2022-11-22T15:07:26.673" v="100" actId="1076"/>
        <pc:sldMkLst>
          <pc:docMk/>
          <pc:sldMk cId="722490932" sldId="269"/>
        </pc:sldMkLst>
        <pc:spChg chg="mod">
          <ac:chgData name="Erik Ejlskov Jensen (Delegate)" userId="4aa40976-d7c6-47fa-b4ba-cf0621f5de0c" providerId="ADAL" clId="{5749A131-4466-4445-A8C2-9CD36CF23786}" dt="2022-11-22T15:07:26.673" v="100" actId="1076"/>
          <ac:spMkLst>
            <pc:docMk/>
            <pc:sldMk cId="722490932" sldId="269"/>
            <ac:spMk id="3" creationId="{41A997FB-CF39-A7D3-CBE9-49B7A0E95D4B}"/>
          </ac:spMkLst>
        </pc:spChg>
      </pc:sldChg>
      <pc:sldChg chg="modSp add mod">
        <pc:chgData name="Erik Ejlskov Jensen (Delegate)" userId="4aa40976-d7c6-47fa-b4ba-cf0621f5de0c" providerId="ADAL" clId="{5749A131-4466-4445-A8C2-9CD36CF23786}" dt="2022-11-22T15:07:41.124" v="102" actId="1076"/>
        <pc:sldMkLst>
          <pc:docMk/>
          <pc:sldMk cId="2332471340" sldId="270"/>
        </pc:sldMkLst>
        <pc:spChg chg="mod">
          <ac:chgData name="Erik Ejlskov Jensen (Delegate)" userId="4aa40976-d7c6-47fa-b4ba-cf0621f5de0c" providerId="ADAL" clId="{5749A131-4466-4445-A8C2-9CD36CF23786}" dt="2022-11-22T15:07:41.124" v="102" actId="1076"/>
          <ac:spMkLst>
            <pc:docMk/>
            <pc:sldMk cId="2332471340" sldId="270"/>
            <ac:spMk id="3" creationId="{41A997FB-CF39-A7D3-CBE9-49B7A0E95D4B}"/>
          </ac:spMkLst>
        </pc:spChg>
      </pc:sldChg>
      <pc:sldChg chg="modSp add mod">
        <pc:chgData name="Erik Ejlskov Jensen (Delegate)" userId="4aa40976-d7c6-47fa-b4ba-cf0621f5de0c" providerId="ADAL" clId="{5749A131-4466-4445-A8C2-9CD36CF23786}" dt="2022-11-22T15:07:55.340" v="104" actId="1076"/>
        <pc:sldMkLst>
          <pc:docMk/>
          <pc:sldMk cId="3323612796" sldId="271"/>
        </pc:sldMkLst>
        <pc:spChg chg="mod">
          <ac:chgData name="Erik Ejlskov Jensen (Delegate)" userId="4aa40976-d7c6-47fa-b4ba-cf0621f5de0c" providerId="ADAL" clId="{5749A131-4466-4445-A8C2-9CD36CF23786}" dt="2022-11-22T15:07:55.340" v="104" actId="1076"/>
          <ac:spMkLst>
            <pc:docMk/>
            <pc:sldMk cId="3323612796" sldId="271"/>
            <ac:spMk id="3" creationId="{41A997FB-CF39-A7D3-CBE9-49B7A0E95D4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DK"/>
        </a:p>
      </dgm:t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br>
            <a:rPr lang="da-DK" dirty="0"/>
          </a:br>
          <a:r>
            <a:rPr lang="da-DK" dirty="0"/>
            <a:t>&amp; </a:t>
          </a:r>
          <a:r>
            <a:rPr lang="da-DK" dirty="0" err="1"/>
            <a:t>Analyze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DK"/>
        </a:p>
      </dgm:t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br>
            <a:rPr lang="da-DK" dirty="0"/>
          </a:br>
          <a:r>
            <a:rPr lang="da-DK" dirty="0"/>
            <a:t>&amp; </a:t>
          </a:r>
          <a:r>
            <a:rPr lang="da-DK" dirty="0" err="1"/>
            <a:t>Analyze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a-DK"/>
        </a:p>
      </dgm:t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10C43F-3E16-49C6-AD05-32F4976728E0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448E3975-F350-409E-961E-C1FA30270B42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.sql scripts</a:t>
          </a:r>
        </a:p>
      </dgm:t>
    </dgm:pt>
    <dgm:pt modelId="{300A8558-D95C-4A8C-96FE-DED28CBA6255}" type="parTrans" cxnId="{6E81BCB0-4872-423A-BC7A-54BD0D11F26C}">
      <dgm:prSet/>
      <dgm:spPr/>
      <dgm:t>
        <a:bodyPr/>
        <a:lstStyle/>
        <a:p>
          <a:endParaRPr lang="da-DK"/>
        </a:p>
      </dgm:t>
    </dgm:pt>
    <dgm:pt modelId="{2222FC92-ECBE-4211-824B-7180040B8F6E}" type="sibTrans" cxnId="{6E81BCB0-4872-423A-BC7A-54BD0D11F26C}">
      <dgm:prSet/>
      <dgm:spPr/>
      <dgm:t>
        <a:bodyPr/>
        <a:lstStyle/>
        <a:p>
          <a:endParaRPr lang="da-DK"/>
        </a:p>
      </dgm:t>
    </dgm:pt>
    <dgm:pt modelId="{5BDA23E7-CD7B-4116-8BED-B124C1207CCE}">
      <dgm:prSet phldrT="[Text]"/>
      <dgm:spPr/>
      <dgm:t>
        <a:bodyPr/>
        <a:lstStyle/>
        <a:p>
          <a:r>
            <a:rPr lang="da-DK" dirty="0" err="1"/>
            <a:t>Build</a:t>
          </a:r>
          <a:endParaRPr lang="da-DK" dirty="0"/>
        </a:p>
      </dgm:t>
    </dgm:pt>
    <dgm:pt modelId="{55EA46AA-A97D-47AB-948A-8DFC986C69C9}" type="parTrans" cxnId="{779C647E-015A-4C77-AB4B-0D45AEA726EC}">
      <dgm:prSet/>
      <dgm:spPr/>
      <dgm:t>
        <a:bodyPr/>
        <a:lstStyle/>
        <a:p>
          <a:endParaRPr lang="da-DK"/>
        </a:p>
      </dgm:t>
    </dgm:pt>
    <dgm:pt modelId="{E2954140-73D6-4E03-AB2E-A989A597C2F4}" type="sibTrans" cxnId="{779C647E-015A-4C77-AB4B-0D45AEA726EC}">
      <dgm:prSet/>
      <dgm:spPr/>
      <dgm:t>
        <a:bodyPr/>
        <a:lstStyle/>
        <a:p>
          <a:endParaRPr lang="da-DK"/>
        </a:p>
      </dgm:t>
    </dgm:pt>
    <dgm:pt modelId="{9B591033-2E08-4ED9-A29E-6DC6DAC82764}">
      <dgm:prSet phldrT="[Text]"/>
      <dgm:spPr/>
      <dgm:t>
        <a:bodyPr/>
        <a:lstStyle/>
        <a:p>
          <a:r>
            <a:rPr lang="da-DK" dirty="0"/>
            <a:t>.</a:t>
          </a:r>
          <a:r>
            <a:rPr lang="da-DK" dirty="0" err="1"/>
            <a:t>dacpac</a:t>
          </a:r>
          <a:endParaRPr lang="da-DK" dirty="0"/>
        </a:p>
      </dgm:t>
    </dgm:pt>
    <dgm:pt modelId="{24D38860-8D96-45E5-8A06-3B60A78681B1}" type="parTrans" cxnId="{BA73E25F-C5F7-4ABC-AE73-135243FC80CB}">
      <dgm:prSet/>
      <dgm:spPr/>
      <dgm:t>
        <a:bodyPr/>
        <a:lstStyle/>
        <a:p>
          <a:endParaRPr lang="da-DK"/>
        </a:p>
      </dgm:t>
    </dgm:pt>
    <dgm:pt modelId="{99A12832-2C87-4DDA-94D1-36F783CA2F00}" type="sibTrans" cxnId="{BA73E25F-C5F7-4ABC-AE73-135243FC80CB}">
      <dgm:prSet/>
      <dgm:spPr/>
      <dgm:t>
        <a:bodyPr/>
        <a:lstStyle/>
        <a:p>
          <a:endParaRPr lang="da-DK"/>
        </a:p>
      </dgm:t>
    </dgm:pt>
    <dgm:pt modelId="{E8728787-E04E-42EF-B96D-714BA78209B0}">
      <dgm:prSet phldrT="[Text]"/>
      <dgm:spPr/>
      <dgm:t>
        <a:bodyPr/>
        <a:lstStyle/>
        <a:p>
          <a:r>
            <a:rPr lang="da-DK" dirty="0" err="1"/>
            <a:t>Deploy</a:t>
          </a:r>
          <a:endParaRPr lang="da-DK" dirty="0"/>
        </a:p>
      </dgm:t>
    </dgm:pt>
    <dgm:pt modelId="{4837EE24-EA5A-4C24-9502-3764214C5376}" type="parTrans" cxnId="{1787405F-47C9-4272-B74A-6352841C2C93}">
      <dgm:prSet/>
      <dgm:spPr/>
      <dgm:t>
        <a:bodyPr/>
        <a:lstStyle/>
        <a:p>
          <a:endParaRPr lang="da-DK"/>
        </a:p>
      </dgm:t>
    </dgm:pt>
    <dgm:pt modelId="{C4A6F205-37C9-4354-874D-8C42B96C59AB}" type="sibTrans" cxnId="{1787405F-47C9-4272-B74A-6352841C2C93}">
      <dgm:prSet/>
      <dgm:spPr/>
      <dgm:t>
        <a:bodyPr/>
        <a:lstStyle/>
        <a:p>
          <a:endParaRPr lang="da-DK"/>
        </a:p>
      </dgm:t>
    </dgm:pt>
    <dgm:pt modelId="{E2781B85-23C5-47F5-A314-A53FEC2676F4}">
      <dgm:prSet phldrT="[Text]"/>
      <dgm:spPr/>
      <dgm:t>
        <a:bodyPr/>
        <a:lstStyle/>
        <a:p>
          <a:r>
            <a:rPr lang="da-DK" dirty="0" err="1"/>
            <a:t>Create</a:t>
          </a:r>
          <a:r>
            <a:rPr lang="da-DK" dirty="0"/>
            <a:t> .</a:t>
          </a:r>
          <a:r>
            <a:rPr lang="da-DK" dirty="0" err="1"/>
            <a:t>sqlproj</a:t>
          </a:r>
          <a:endParaRPr lang="da-DK" dirty="0"/>
        </a:p>
      </dgm:t>
    </dgm:pt>
    <dgm:pt modelId="{26961ECA-6096-40E8-B40C-5B473881918C}" type="parTrans" cxnId="{18685F88-6952-439F-B780-AF6836302E25}">
      <dgm:prSet/>
      <dgm:spPr/>
      <dgm:t>
        <a:bodyPr/>
        <a:lstStyle/>
        <a:p>
          <a:endParaRPr lang="da-DK"/>
        </a:p>
      </dgm:t>
    </dgm:pt>
    <dgm:pt modelId="{B9DE06DB-E1C1-4918-8F8A-25B7C150B6BD}" type="sibTrans" cxnId="{18685F88-6952-439F-B780-AF6836302E25}">
      <dgm:prSet/>
      <dgm:spPr/>
      <dgm:t>
        <a:bodyPr/>
        <a:lstStyle/>
        <a:p>
          <a:endParaRPr lang="da-DK"/>
        </a:p>
      </dgm:t>
    </dgm:pt>
    <dgm:pt modelId="{2A3D8034-F9CB-4B8A-8470-D184BF43A967}" type="pres">
      <dgm:prSet presAssocID="{3310C43F-3E16-49C6-AD05-32F4976728E0}" presName="Name0" presStyleCnt="0">
        <dgm:presLayoutVars>
          <dgm:dir/>
          <dgm:resizeHandles val="exact"/>
        </dgm:presLayoutVars>
      </dgm:prSet>
      <dgm:spPr/>
    </dgm:pt>
    <dgm:pt modelId="{034C7B45-0BB1-44B4-AFD9-807D3BCEDB34}" type="pres">
      <dgm:prSet presAssocID="{E2781B85-23C5-47F5-A314-A53FEC2676F4}" presName="node" presStyleLbl="node1" presStyleIdx="0" presStyleCnt="5">
        <dgm:presLayoutVars>
          <dgm:bulletEnabled val="1"/>
        </dgm:presLayoutVars>
      </dgm:prSet>
      <dgm:spPr/>
    </dgm:pt>
    <dgm:pt modelId="{8BB0CBD4-D577-4FC6-8910-D716CF87EA32}" type="pres">
      <dgm:prSet presAssocID="{B9DE06DB-E1C1-4918-8F8A-25B7C150B6BD}" presName="sibTrans" presStyleLbl="sibTrans2D1" presStyleIdx="0" presStyleCnt="4"/>
      <dgm:spPr/>
    </dgm:pt>
    <dgm:pt modelId="{5E073228-6456-4705-9EFC-DF31E001ADD8}" type="pres">
      <dgm:prSet presAssocID="{B9DE06DB-E1C1-4918-8F8A-25B7C150B6BD}" presName="connectorText" presStyleLbl="sibTrans2D1" presStyleIdx="0" presStyleCnt="4"/>
      <dgm:spPr/>
    </dgm:pt>
    <dgm:pt modelId="{DD773DFE-B24C-4C06-8085-09ECE31007FD}" type="pres">
      <dgm:prSet presAssocID="{448E3975-F350-409E-961E-C1FA30270B42}" presName="node" presStyleLbl="node1" presStyleIdx="1" presStyleCnt="5">
        <dgm:presLayoutVars>
          <dgm:bulletEnabled val="1"/>
        </dgm:presLayoutVars>
      </dgm:prSet>
      <dgm:spPr/>
    </dgm:pt>
    <dgm:pt modelId="{55FDB1A8-FABE-46DF-B8A6-AA7953EF33F3}" type="pres">
      <dgm:prSet presAssocID="{2222FC92-ECBE-4211-824B-7180040B8F6E}" presName="sibTrans" presStyleLbl="sibTrans2D1" presStyleIdx="1" presStyleCnt="4"/>
      <dgm:spPr/>
    </dgm:pt>
    <dgm:pt modelId="{9B8E9802-7BFB-410D-AEE9-41E33AD5BB37}" type="pres">
      <dgm:prSet presAssocID="{2222FC92-ECBE-4211-824B-7180040B8F6E}" presName="connectorText" presStyleLbl="sibTrans2D1" presStyleIdx="1" presStyleCnt="4"/>
      <dgm:spPr/>
    </dgm:pt>
    <dgm:pt modelId="{D8EF8B05-7319-4A29-B179-EA0D5A0F841F}" type="pres">
      <dgm:prSet presAssocID="{5BDA23E7-CD7B-4116-8BED-B124C1207CCE}" presName="node" presStyleLbl="node1" presStyleIdx="2" presStyleCnt="5">
        <dgm:presLayoutVars>
          <dgm:bulletEnabled val="1"/>
        </dgm:presLayoutVars>
      </dgm:prSet>
      <dgm:spPr/>
    </dgm:pt>
    <dgm:pt modelId="{5C2C9D36-5430-4F5F-8F1A-EF5293350EE4}" type="pres">
      <dgm:prSet presAssocID="{E2954140-73D6-4E03-AB2E-A989A597C2F4}" presName="sibTrans" presStyleLbl="sibTrans2D1" presStyleIdx="2" presStyleCnt="4"/>
      <dgm:spPr/>
    </dgm:pt>
    <dgm:pt modelId="{7D226EDA-898A-4D42-A2EF-B705DC85121B}" type="pres">
      <dgm:prSet presAssocID="{E2954140-73D6-4E03-AB2E-A989A597C2F4}" presName="connectorText" presStyleLbl="sibTrans2D1" presStyleIdx="2" presStyleCnt="4"/>
      <dgm:spPr/>
    </dgm:pt>
    <dgm:pt modelId="{25CF4E32-50A8-404A-B405-5983C24DD11A}" type="pres">
      <dgm:prSet presAssocID="{9B591033-2E08-4ED9-A29E-6DC6DAC82764}" presName="node" presStyleLbl="node1" presStyleIdx="3" presStyleCnt="5">
        <dgm:presLayoutVars>
          <dgm:bulletEnabled val="1"/>
        </dgm:presLayoutVars>
      </dgm:prSet>
      <dgm:spPr/>
    </dgm:pt>
    <dgm:pt modelId="{5EFD958F-B420-4026-9D9A-EC672108D7A8}" type="pres">
      <dgm:prSet presAssocID="{99A12832-2C87-4DDA-94D1-36F783CA2F00}" presName="sibTrans" presStyleLbl="sibTrans2D1" presStyleIdx="3" presStyleCnt="4"/>
      <dgm:spPr/>
    </dgm:pt>
    <dgm:pt modelId="{E465F3CD-2F7C-4CCD-B119-82585A73B49B}" type="pres">
      <dgm:prSet presAssocID="{99A12832-2C87-4DDA-94D1-36F783CA2F00}" presName="connectorText" presStyleLbl="sibTrans2D1" presStyleIdx="3" presStyleCnt="4"/>
      <dgm:spPr/>
    </dgm:pt>
    <dgm:pt modelId="{66A9D402-A8F9-4F13-9B80-9670EB258763}" type="pres">
      <dgm:prSet presAssocID="{E8728787-E04E-42EF-B96D-714BA78209B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4C7D29-6996-4271-B348-351F041BE72D}" type="presOf" srcId="{E2781B85-23C5-47F5-A314-A53FEC2676F4}" destId="{034C7B45-0BB1-44B4-AFD9-807D3BCEDB34}" srcOrd="0" destOrd="0" presId="urn:microsoft.com/office/officeart/2005/8/layout/process1"/>
    <dgm:cxn modelId="{BC0F012D-362F-43E3-9AED-CFFFF834E79E}" type="presOf" srcId="{5BDA23E7-CD7B-4116-8BED-B124C1207CCE}" destId="{D8EF8B05-7319-4A29-B179-EA0D5A0F841F}" srcOrd="0" destOrd="0" presId="urn:microsoft.com/office/officeart/2005/8/layout/process1"/>
    <dgm:cxn modelId="{C8CFA433-2C19-4B13-8893-25FE6CBA2514}" type="presOf" srcId="{99A12832-2C87-4DDA-94D1-36F783CA2F00}" destId="{5EFD958F-B420-4026-9D9A-EC672108D7A8}" srcOrd="0" destOrd="0" presId="urn:microsoft.com/office/officeart/2005/8/layout/process1"/>
    <dgm:cxn modelId="{07451F3A-1886-4C15-976D-B19ECC8C66F5}" type="presOf" srcId="{E2954140-73D6-4E03-AB2E-A989A597C2F4}" destId="{5C2C9D36-5430-4F5F-8F1A-EF5293350EE4}" srcOrd="0" destOrd="0" presId="urn:microsoft.com/office/officeart/2005/8/layout/process1"/>
    <dgm:cxn modelId="{1787405F-47C9-4272-B74A-6352841C2C93}" srcId="{3310C43F-3E16-49C6-AD05-32F4976728E0}" destId="{E8728787-E04E-42EF-B96D-714BA78209B0}" srcOrd="4" destOrd="0" parTransId="{4837EE24-EA5A-4C24-9502-3764214C5376}" sibTransId="{C4A6F205-37C9-4354-874D-8C42B96C59AB}"/>
    <dgm:cxn modelId="{BA73E25F-C5F7-4ABC-AE73-135243FC80CB}" srcId="{3310C43F-3E16-49C6-AD05-32F4976728E0}" destId="{9B591033-2E08-4ED9-A29E-6DC6DAC82764}" srcOrd="3" destOrd="0" parTransId="{24D38860-8D96-45E5-8A06-3B60A78681B1}" sibTransId="{99A12832-2C87-4DDA-94D1-36F783CA2F00}"/>
    <dgm:cxn modelId="{E844D76B-52D9-401D-85F0-2C486721BF72}" type="presOf" srcId="{E2954140-73D6-4E03-AB2E-A989A597C2F4}" destId="{7D226EDA-898A-4D42-A2EF-B705DC85121B}" srcOrd="1" destOrd="0" presId="urn:microsoft.com/office/officeart/2005/8/layout/process1"/>
    <dgm:cxn modelId="{FEBF1F54-DEB4-4416-BC00-6BC3C09B6483}" type="presOf" srcId="{448E3975-F350-409E-961E-C1FA30270B42}" destId="{DD773DFE-B24C-4C06-8085-09ECE31007FD}" srcOrd="0" destOrd="0" presId="urn:microsoft.com/office/officeart/2005/8/layout/process1"/>
    <dgm:cxn modelId="{7388587D-1A71-4F23-AA6D-B05B11290CEC}" type="presOf" srcId="{B9DE06DB-E1C1-4918-8F8A-25B7C150B6BD}" destId="{5E073228-6456-4705-9EFC-DF31E001ADD8}" srcOrd="1" destOrd="0" presId="urn:microsoft.com/office/officeart/2005/8/layout/process1"/>
    <dgm:cxn modelId="{779C647E-015A-4C77-AB4B-0D45AEA726EC}" srcId="{3310C43F-3E16-49C6-AD05-32F4976728E0}" destId="{5BDA23E7-CD7B-4116-8BED-B124C1207CCE}" srcOrd="2" destOrd="0" parTransId="{55EA46AA-A97D-47AB-948A-8DFC986C69C9}" sibTransId="{E2954140-73D6-4E03-AB2E-A989A597C2F4}"/>
    <dgm:cxn modelId="{D544D880-D7E0-472D-9CEE-457BC015917B}" type="presOf" srcId="{B9DE06DB-E1C1-4918-8F8A-25B7C150B6BD}" destId="{8BB0CBD4-D577-4FC6-8910-D716CF87EA32}" srcOrd="0" destOrd="0" presId="urn:microsoft.com/office/officeart/2005/8/layout/process1"/>
    <dgm:cxn modelId="{85C44085-2959-40CC-A618-E7A5F579E70D}" type="presOf" srcId="{9B591033-2E08-4ED9-A29E-6DC6DAC82764}" destId="{25CF4E32-50A8-404A-B405-5983C24DD11A}" srcOrd="0" destOrd="0" presId="urn:microsoft.com/office/officeart/2005/8/layout/process1"/>
    <dgm:cxn modelId="{18685F88-6952-439F-B780-AF6836302E25}" srcId="{3310C43F-3E16-49C6-AD05-32F4976728E0}" destId="{E2781B85-23C5-47F5-A314-A53FEC2676F4}" srcOrd="0" destOrd="0" parTransId="{26961ECA-6096-40E8-B40C-5B473881918C}" sibTransId="{B9DE06DB-E1C1-4918-8F8A-25B7C150B6BD}"/>
    <dgm:cxn modelId="{7CE7FE9B-6189-4FDA-9664-B122DABE4707}" type="presOf" srcId="{2222FC92-ECBE-4211-824B-7180040B8F6E}" destId="{9B8E9802-7BFB-410D-AEE9-41E33AD5BB37}" srcOrd="1" destOrd="0" presId="urn:microsoft.com/office/officeart/2005/8/layout/process1"/>
    <dgm:cxn modelId="{206842A9-AB13-4538-B7E5-57968D987685}" type="presOf" srcId="{2222FC92-ECBE-4211-824B-7180040B8F6E}" destId="{55FDB1A8-FABE-46DF-B8A6-AA7953EF33F3}" srcOrd="0" destOrd="0" presId="urn:microsoft.com/office/officeart/2005/8/layout/process1"/>
    <dgm:cxn modelId="{0FB9E9AF-0E14-4851-845F-6617A0AA650C}" type="presOf" srcId="{3310C43F-3E16-49C6-AD05-32F4976728E0}" destId="{2A3D8034-F9CB-4B8A-8470-D184BF43A967}" srcOrd="0" destOrd="0" presId="urn:microsoft.com/office/officeart/2005/8/layout/process1"/>
    <dgm:cxn modelId="{6E81BCB0-4872-423A-BC7A-54BD0D11F26C}" srcId="{3310C43F-3E16-49C6-AD05-32F4976728E0}" destId="{448E3975-F350-409E-961E-C1FA30270B42}" srcOrd="1" destOrd="0" parTransId="{300A8558-D95C-4A8C-96FE-DED28CBA6255}" sibTransId="{2222FC92-ECBE-4211-824B-7180040B8F6E}"/>
    <dgm:cxn modelId="{A8B996BF-1418-4730-99D7-82CEF07B5AFC}" type="presOf" srcId="{99A12832-2C87-4DDA-94D1-36F783CA2F00}" destId="{E465F3CD-2F7C-4CCD-B119-82585A73B49B}" srcOrd="1" destOrd="0" presId="urn:microsoft.com/office/officeart/2005/8/layout/process1"/>
    <dgm:cxn modelId="{36D490C5-D32E-4B5A-A2B8-FF35B628A995}" type="presOf" srcId="{E8728787-E04E-42EF-B96D-714BA78209B0}" destId="{66A9D402-A8F9-4F13-9B80-9670EB258763}" srcOrd="0" destOrd="0" presId="urn:microsoft.com/office/officeart/2005/8/layout/process1"/>
    <dgm:cxn modelId="{C5480B98-764B-4B03-88CA-028B393025EF}" type="presParOf" srcId="{2A3D8034-F9CB-4B8A-8470-D184BF43A967}" destId="{034C7B45-0BB1-44B4-AFD9-807D3BCEDB34}" srcOrd="0" destOrd="0" presId="urn:microsoft.com/office/officeart/2005/8/layout/process1"/>
    <dgm:cxn modelId="{41DC2844-CAC2-4C18-8967-1D0F8923E1E1}" type="presParOf" srcId="{2A3D8034-F9CB-4B8A-8470-D184BF43A967}" destId="{8BB0CBD4-D577-4FC6-8910-D716CF87EA32}" srcOrd="1" destOrd="0" presId="urn:microsoft.com/office/officeart/2005/8/layout/process1"/>
    <dgm:cxn modelId="{DC95C575-6DB9-43F2-A231-2AC9153292AB}" type="presParOf" srcId="{8BB0CBD4-D577-4FC6-8910-D716CF87EA32}" destId="{5E073228-6456-4705-9EFC-DF31E001ADD8}" srcOrd="0" destOrd="0" presId="urn:microsoft.com/office/officeart/2005/8/layout/process1"/>
    <dgm:cxn modelId="{4CACBD94-94E9-4048-B128-3D9A1D211818}" type="presParOf" srcId="{2A3D8034-F9CB-4B8A-8470-D184BF43A967}" destId="{DD773DFE-B24C-4C06-8085-09ECE31007FD}" srcOrd="2" destOrd="0" presId="urn:microsoft.com/office/officeart/2005/8/layout/process1"/>
    <dgm:cxn modelId="{03011EF6-2B22-4B11-B644-F505A2C000BE}" type="presParOf" srcId="{2A3D8034-F9CB-4B8A-8470-D184BF43A967}" destId="{55FDB1A8-FABE-46DF-B8A6-AA7953EF33F3}" srcOrd="3" destOrd="0" presId="urn:microsoft.com/office/officeart/2005/8/layout/process1"/>
    <dgm:cxn modelId="{173D9DCD-9F12-4892-B849-B0D396A9C9B5}" type="presParOf" srcId="{55FDB1A8-FABE-46DF-B8A6-AA7953EF33F3}" destId="{9B8E9802-7BFB-410D-AEE9-41E33AD5BB37}" srcOrd="0" destOrd="0" presId="urn:microsoft.com/office/officeart/2005/8/layout/process1"/>
    <dgm:cxn modelId="{36999DB9-A5EB-4FC2-8222-38CDDF434406}" type="presParOf" srcId="{2A3D8034-F9CB-4B8A-8470-D184BF43A967}" destId="{D8EF8B05-7319-4A29-B179-EA0D5A0F841F}" srcOrd="4" destOrd="0" presId="urn:microsoft.com/office/officeart/2005/8/layout/process1"/>
    <dgm:cxn modelId="{3C8D8CEB-C436-49F8-8339-30CC363EB82C}" type="presParOf" srcId="{2A3D8034-F9CB-4B8A-8470-D184BF43A967}" destId="{5C2C9D36-5430-4F5F-8F1A-EF5293350EE4}" srcOrd="5" destOrd="0" presId="urn:microsoft.com/office/officeart/2005/8/layout/process1"/>
    <dgm:cxn modelId="{552FB0E0-9F30-4750-9D48-3B4834F9E787}" type="presParOf" srcId="{5C2C9D36-5430-4F5F-8F1A-EF5293350EE4}" destId="{7D226EDA-898A-4D42-A2EF-B705DC85121B}" srcOrd="0" destOrd="0" presId="urn:microsoft.com/office/officeart/2005/8/layout/process1"/>
    <dgm:cxn modelId="{481D4BEC-145A-46E1-A5E9-351D31D8803D}" type="presParOf" srcId="{2A3D8034-F9CB-4B8A-8470-D184BF43A967}" destId="{25CF4E32-50A8-404A-B405-5983C24DD11A}" srcOrd="6" destOrd="0" presId="urn:microsoft.com/office/officeart/2005/8/layout/process1"/>
    <dgm:cxn modelId="{7498BC0B-12AD-4AAD-96B1-D2A6976E9E18}" type="presParOf" srcId="{2A3D8034-F9CB-4B8A-8470-D184BF43A967}" destId="{5EFD958F-B420-4026-9D9A-EC672108D7A8}" srcOrd="7" destOrd="0" presId="urn:microsoft.com/office/officeart/2005/8/layout/process1"/>
    <dgm:cxn modelId="{4C910C46-0286-4213-BCB8-30343919DF49}" type="presParOf" srcId="{5EFD958F-B420-4026-9D9A-EC672108D7A8}" destId="{E465F3CD-2F7C-4CCD-B119-82585A73B49B}" srcOrd="0" destOrd="0" presId="urn:microsoft.com/office/officeart/2005/8/layout/process1"/>
    <dgm:cxn modelId="{F6E17CD3-D636-4FFC-889A-CA5F6E407334}" type="presParOf" srcId="{2A3D8034-F9CB-4B8A-8470-D184BF43A967}" destId="{66A9D402-A8F9-4F13-9B80-9670EB25876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br>
            <a:rPr lang="da-DK" sz="2400" kern="1200" dirty="0"/>
          </a:br>
          <a:r>
            <a:rPr lang="da-DK" sz="2400" kern="1200" dirty="0"/>
            <a:t>&amp; </a:t>
          </a:r>
          <a:r>
            <a:rPr lang="da-DK" sz="2400" kern="1200" dirty="0" err="1"/>
            <a:t>Analyze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br>
            <a:rPr lang="da-DK" sz="2400" kern="1200" dirty="0"/>
          </a:br>
          <a:r>
            <a:rPr lang="da-DK" sz="2400" kern="1200" dirty="0"/>
            <a:t>&amp; </a:t>
          </a:r>
          <a:r>
            <a:rPr lang="da-DK" sz="2400" kern="1200" dirty="0" err="1"/>
            <a:t>Analyze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C7B45-0BB1-44B4-AFD9-807D3BCEDB34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</a:t>
          </a:r>
          <a:r>
            <a:rPr lang="da-DK" sz="2400" kern="1200" dirty="0" err="1"/>
            <a:t>sqlproj</a:t>
          </a:r>
          <a:endParaRPr lang="da-DK" sz="2400" kern="1200" dirty="0"/>
        </a:p>
      </dsp:txBody>
      <dsp:txXfrm>
        <a:off x="33106" y="1726125"/>
        <a:ext cx="1535772" cy="899086"/>
      </dsp:txXfrm>
    </dsp:sp>
    <dsp:sp modelId="{8BB0CBD4-D577-4FC6-8910-D716CF87EA32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1756023" y="2057245"/>
        <a:ext cx="236210" cy="236847"/>
      </dsp:txXfrm>
    </dsp:sp>
    <dsp:sp modelId="{DD773DFE-B24C-4C06-8085-09ECE31007FD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Create</a:t>
          </a:r>
          <a:r>
            <a:rPr lang="da-DK" sz="2400" kern="1200" dirty="0"/>
            <a:t> .sql scripts</a:t>
          </a:r>
        </a:p>
      </dsp:txBody>
      <dsp:txXfrm>
        <a:off x="2261510" y="1726125"/>
        <a:ext cx="1535772" cy="899086"/>
      </dsp:txXfrm>
    </dsp:sp>
    <dsp:sp modelId="{55FDB1A8-FABE-46DF-B8A6-AA7953EF33F3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3984426" y="2057245"/>
        <a:ext cx="236210" cy="236847"/>
      </dsp:txXfrm>
    </dsp:sp>
    <dsp:sp modelId="{D8EF8B05-7319-4A29-B179-EA0D5A0F841F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Build</a:t>
          </a:r>
          <a:endParaRPr lang="da-DK" sz="2400" kern="1200" dirty="0"/>
        </a:p>
      </dsp:txBody>
      <dsp:txXfrm>
        <a:off x="4489913" y="1726125"/>
        <a:ext cx="1535772" cy="899086"/>
      </dsp:txXfrm>
    </dsp:sp>
    <dsp:sp modelId="{5C2C9D36-5430-4F5F-8F1A-EF5293350EE4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6212830" y="2057245"/>
        <a:ext cx="236210" cy="236847"/>
      </dsp:txXfrm>
    </dsp:sp>
    <dsp:sp modelId="{25CF4E32-50A8-404A-B405-5983C24DD11A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/>
            <a:t>.</a:t>
          </a:r>
          <a:r>
            <a:rPr lang="da-DK" sz="2400" kern="1200" dirty="0" err="1"/>
            <a:t>dacpac</a:t>
          </a:r>
          <a:endParaRPr lang="da-DK" sz="2400" kern="1200" dirty="0"/>
        </a:p>
      </dsp:txBody>
      <dsp:txXfrm>
        <a:off x="6718317" y="1726125"/>
        <a:ext cx="1535772" cy="899086"/>
      </dsp:txXfrm>
    </dsp:sp>
    <dsp:sp modelId="{5EFD958F-B420-4026-9D9A-EC672108D7A8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600" kern="1200"/>
        </a:p>
      </dsp:txBody>
      <dsp:txXfrm>
        <a:off x="8441233" y="2057245"/>
        <a:ext cx="236210" cy="236847"/>
      </dsp:txXfrm>
    </dsp:sp>
    <dsp:sp modelId="{66A9D402-A8F9-4F13-9B80-9670EB258763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 dirty="0" err="1"/>
            <a:t>Deploy</a:t>
          </a:r>
          <a:endParaRPr lang="da-DK" sz="2400" kern="1200" dirty="0"/>
        </a:p>
      </dsp:txBody>
      <dsp:txXfrm>
        <a:off x="8946720" y="1726125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408F-32B5-24B5-BF9E-CAB467B76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31EAA-6974-8A46-2465-49CD98AE7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E3436-11AB-4C06-3F3C-B9ABA6E9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8495-2AAB-19B4-19A7-8B9399C5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AEB7-D8EE-B9BC-7235-C220AE50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978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1DBD-D1EA-79FB-CD14-EABDDF76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AE1F8-7445-3B8D-04CB-35855D352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39BC-0DF8-2EF8-9C0E-070AA9D6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64920-BB73-33E0-A071-9D3B783D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A9DD-F3CC-7A3A-3A8F-B5CA057E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45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73FD-0F79-7B93-D721-58CCC2FE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A0308-F5E8-7D90-DE5B-75235FF13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939B3-6DAF-30D1-BF81-50DB783B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0DF6D-71D5-EC60-8024-1971ED82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468C5-2BD1-D7B4-6F0E-2B91B753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90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3537-9C3D-DDB0-E9EF-0DAE606A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31D5C-561B-177D-BD8F-5D1CD0EA7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5AF31-CB7F-8E09-0814-93173614A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33D62-69C3-F56D-E3BC-D3828925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D50FA-A52C-0F77-7E29-6A26602A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23E1D-01F2-C8F3-8B18-12CF6B8A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358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8C26-84B6-C4F4-403C-537CF4E4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123ED-89F0-6FD8-B23C-EC70FF59C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2F478-46A0-FA25-254C-1C0C4046C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0EA5A6-BC61-7172-69CC-785D484B9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E62A-039C-D80D-9B3E-67837E0C5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C665D-B692-6C17-F81A-00965387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8CE78-9EAB-6909-5BFE-122EB11B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9313F-19B4-F77B-D927-C414EA35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618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A4B0-D6C8-EB11-903F-499F4C06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8A823-B3A5-D0E4-B609-454FCB3C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8E9E5-F83D-1C3D-D053-4BED8F56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CD091-D899-77DE-C64D-502676C1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742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6927E-C06A-5F36-A707-AA18E569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708B8-8C6A-9920-6A8E-49325E14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1CB6E-563F-1FF4-3F10-163AD1E5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472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677A-1E07-18BB-8362-7E8238AE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7E50-6284-9A60-30DD-A662EE1C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1170-9097-BA31-3521-B76EA5917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4E72B-1029-2A3F-B58D-8030E084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3B34B-C2C8-1CB8-947D-084749C1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33F4B-D387-0584-5DBF-EFFC5B13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968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DA7C-FAD0-E9AA-508F-6FFC8E62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FCD07-837D-D07D-5F5F-6185C2AE8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BFF74-E7BD-4A8C-09C7-0E64E0E7B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BC81D-05F1-9DC8-6DFD-14414C19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EA8AE-A29B-3498-943D-24935C89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10A7E-3596-1570-69ED-7D684B9E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411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D3CF-1815-80E9-3F29-B93D5B21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994BB-9B9C-E314-A094-E286C612F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97F96-0A0D-4737-FC95-81B73A2F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26FB8-126D-7780-1E37-E7B9EF99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47B13-4F22-0850-4A07-B7C26729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167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B8A9B-EB26-D37D-4241-5C2EB21B6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45155-CE05-A909-FB5E-DC171D2EB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4EFBA-0E7C-FF81-AF68-036FA415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D03C0-B7EC-5000-DE3E-ABCBE4F8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182DF-612F-9800-24A6-07A465BB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65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E9423-93B0-42B4-D76E-202CD422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CB5FD-7F40-BD58-CCCD-5104A0734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24D4-3C93-FDD4-881B-EBD8001E4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7688-1732-450D-B4AF-D7204A53403A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1D6A-1EB8-360D-D826-ABDB7A909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39CFA-F594-605C-46AB-B20354008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F3AA3-4E71-42C4-8CFD-0D4633F61A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388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EDD-BF75-C1E2-C4E0-452E278B9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SQL Database Projects – </a:t>
            </a:r>
            <a:r>
              <a:rPr lang="da-DK" dirty="0" err="1"/>
              <a:t>now</a:t>
            </a:r>
            <a:r>
              <a:rPr lang="da-DK" dirty="0"/>
              <a:t> in SSMS!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4CC98-5EC0-A5E9-F6EC-E0FF61BD1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@ErikEJ</a:t>
            </a:r>
          </a:p>
        </p:txBody>
      </p:sp>
    </p:spTree>
    <p:extLst>
      <p:ext uri="{BB962C8B-B14F-4D97-AF65-F5344CB8AC3E}">
        <p14:creationId xmlns:p14="http://schemas.microsoft.com/office/powerpoint/2010/main" val="336127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E1C5-9DBD-026F-54AD-8267C487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AEA13-D193-3591-483D-99C9CBEA7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Database </a:t>
            </a:r>
            <a:r>
              <a:rPr lang="da-DK" dirty="0" err="1"/>
              <a:t>schema</a:t>
            </a:r>
            <a:r>
              <a:rPr lang="da-DK" dirty="0"/>
              <a:t> not in source </a:t>
            </a:r>
            <a:r>
              <a:rPr lang="da-DK" dirty="0" err="1"/>
              <a:t>control</a:t>
            </a:r>
            <a:endParaRPr lang="da-DK" dirty="0"/>
          </a:p>
          <a:p>
            <a:r>
              <a:rPr lang="da-DK" dirty="0" err="1"/>
              <a:t>Complex</a:t>
            </a:r>
            <a:r>
              <a:rPr lang="da-DK" dirty="0"/>
              <a:t> scripts to </a:t>
            </a:r>
            <a:r>
              <a:rPr lang="da-DK" dirty="0" err="1"/>
              <a:t>update</a:t>
            </a:r>
            <a:r>
              <a:rPr lang="da-DK" dirty="0"/>
              <a:t> </a:t>
            </a:r>
            <a:r>
              <a:rPr lang="da-DK" dirty="0" err="1"/>
              <a:t>schema</a:t>
            </a:r>
            <a:endParaRPr lang="da-DK" dirty="0"/>
          </a:p>
          <a:p>
            <a:r>
              <a:rPr lang="da-DK" dirty="0"/>
              <a:t>Versioning of database </a:t>
            </a:r>
            <a:r>
              <a:rPr lang="da-DK" dirty="0" err="1"/>
              <a:t>vs</a:t>
            </a:r>
            <a:r>
              <a:rPr lang="da-DK" dirty="0"/>
              <a:t> app a nightmare</a:t>
            </a:r>
          </a:p>
          <a:p>
            <a:r>
              <a:rPr lang="da-DK" dirty="0"/>
              <a:t>Runtime </a:t>
            </a:r>
            <a:r>
              <a:rPr lang="da-DK" dirty="0" err="1"/>
              <a:t>errors</a:t>
            </a:r>
            <a:r>
              <a:rPr lang="da-DK" dirty="0"/>
              <a:t> in database due to </a:t>
            </a:r>
            <a:r>
              <a:rPr lang="da-DK" dirty="0" err="1"/>
              <a:t>uncaught</a:t>
            </a:r>
            <a:r>
              <a:rPr lang="da-DK" dirty="0"/>
              <a:t> </a:t>
            </a:r>
            <a:r>
              <a:rPr lang="da-DK" dirty="0" err="1"/>
              <a:t>syntax</a:t>
            </a:r>
            <a:r>
              <a:rPr lang="da-DK" dirty="0"/>
              <a:t> </a:t>
            </a:r>
            <a:r>
              <a:rPr lang="da-DK" dirty="0" err="1"/>
              <a:t>errors</a:t>
            </a:r>
            <a:endParaRPr lang="da-DK" dirty="0"/>
          </a:p>
          <a:p>
            <a:r>
              <a:rPr lang="da-DK" dirty="0"/>
              <a:t>No standard approach to </a:t>
            </a:r>
            <a:r>
              <a:rPr lang="da-DK" dirty="0" err="1"/>
              <a:t>naming</a:t>
            </a:r>
            <a:r>
              <a:rPr lang="da-DK" dirty="0"/>
              <a:t> or </a:t>
            </a:r>
            <a:r>
              <a:rPr lang="da-DK" dirty="0" err="1"/>
              <a:t>other</a:t>
            </a:r>
            <a:r>
              <a:rPr lang="da-DK" dirty="0"/>
              <a:t> database design ”business </a:t>
            </a:r>
            <a:r>
              <a:rPr lang="da-DK" dirty="0" err="1"/>
              <a:t>rules</a:t>
            </a:r>
            <a:r>
              <a:rPr lang="da-DK" dirty="0"/>
              <a:t>”</a:t>
            </a:r>
          </a:p>
          <a:p>
            <a:r>
              <a:rPr lang="da-DK" dirty="0"/>
              <a:t>No </a:t>
            </a:r>
            <a:r>
              <a:rPr lang="da-DK" dirty="0" err="1"/>
              <a:t>qualified</a:t>
            </a:r>
            <a:r>
              <a:rPr lang="da-DK" dirty="0"/>
              <a:t> </a:t>
            </a:r>
            <a:r>
              <a:rPr lang="da-DK" dirty="0" err="1"/>
              <a:t>review</a:t>
            </a:r>
            <a:r>
              <a:rPr lang="da-DK" dirty="0"/>
              <a:t> of </a:t>
            </a:r>
            <a:r>
              <a:rPr lang="da-DK" dirty="0" err="1"/>
              <a:t>schema</a:t>
            </a:r>
            <a:r>
              <a:rPr lang="da-DK" dirty="0"/>
              <a:t> design</a:t>
            </a:r>
          </a:p>
          <a:p>
            <a:r>
              <a:rPr lang="da-DK" dirty="0"/>
              <a:t>No cross platform </a:t>
            </a:r>
            <a:r>
              <a:rPr lang="da-DK" dirty="0" err="1"/>
              <a:t>build</a:t>
            </a:r>
            <a:r>
              <a:rPr lang="da-DK" dirty="0"/>
              <a:t> and </a:t>
            </a:r>
            <a:r>
              <a:rPr lang="da-DK" dirty="0" err="1"/>
              <a:t>deployment</a:t>
            </a:r>
            <a:r>
              <a:rPr lang="da-DK" dirty="0"/>
              <a:t> support</a:t>
            </a:r>
          </a:p>
          <a:p>
            <a:r>
              <a:rPr lang="da-DK" dirty="0"/>
              <a:t>No proper </a:t>
            </a:r>
            <a:r>
              <a:rPr lang="da-DK" dirty="0" err="1"/>
              <a:t>NuGet</a:t>
            </a:r>
            <a:r>
              <a:rPr lang="da-DK" dirty="0"/>
              <a:t> integration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80796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0916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99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71B-B06F-40EA-B947-24E942B6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04C0-7589-F5D0-5799-0E863BCC2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Tooling</a:t>
            </a:r>
            <a:endParaRPr lang="da-DK" dirty="0"/>
          </a:p>
          <a:p>
            <a:r>
              <a:rPr lang="da-DK" dirty="0"/>
              <a:t>Authoring</a:t>
            </a:r>
          </a:p>
          <a:p>
            <a:r>
              <a:rPr lang="da-DK" dirty="0"/>
              <a:t>Building </a:t>
            </a:r>
          </a:p>
          <a:p>
            <a:r>
              <a:rPr lang="da-DK" dirty="0" err="1"/>
              <a:t>Deploying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0908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EEB65-7887-AAF2-3804-C53F69A7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da-DK" sz="4000" dirty="0" err="1"/>
              <a:t>Tooling</a:t>
            </a:r>
            <a:r>
              <a:rPr lang="da-DK" sz="4000" dirty="0"/>
              <a:t> – </a:t>
            </a:r>
            <a:r>
              <a:rPr lang="da-DK" sz="4000" dirty="0" err="1"/>
              <a:t>now</a:t>
            </a:r>
            <a:r>
              <a:rPr lang="da-DK" sz="4000" dirty="0"/>
              <a:t> in SSMS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1E6512-27AF-43B3-DDD9-211ED918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46" r="-2" b="17858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5290081-A8A3-00B1-5FF7-274791A13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en-US" dirty="0"/>
              <a:t>Import from Database</a:t>
            </a:r>
          </a:p>
          <a:p>
            <a:r>
              <a:rPr lang="en-US" dirty="0"/>
              <a:t>Set properties</a:t>
            </a:r>
          </a:p>
          <a:p>
            <a:r>
              <a:rPr lang="en-US" dirty="0"/>
              <a:t>Author</a:t>
            </a:r>
          </a:p>
          <a:p>
            <a:r>
              <a:rPr lang="en-US" dirty="0"/>
              <a:t>Publish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156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EC63D95-B375-1F33-8DB2-72CEF32C01EC}"/>
              </a:ext>
            </a:extLst>
          </p:cNvPr>
          <p:cNvSpPr/>
          <p:nvPr/>
        </p:nvSpPr>
        <p:spPr>
          <a:xfrm>
            <a:off x="1385454" y="218901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617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596B-808B-1A56-A605-BC0D044F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Tooling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0B760-FE83-68A1-F8D5-B52AEA3C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Enable</a:t>
            </a:r>
            <a:r>
              <a:rPr lang="da-DK" dirty="0"/>
              <a:t> and </a:t>
            </a:r>
            <a:r>
              <a:rPr lang="da-DK" dirty="0" err="1"/>
              <a:t>install</a:t>
            </a:r>
            <a:r>
              <a:rPr lang="da-DK" dirty="0"/>
              <a:t> in SSMS</a:t>
            </a:r>
          </a:p>
          <a:p>
            <a:r>
              <a:rPr lang="da-DK" dirty="0"/>
              <a:t>Demo – </a:t>
            </a:r>
            <a:r>
              <a:rPr lang="da-DK" dirty="0" err="1"/>
              <a:t>project</a:t>
            </a:r>
            <a:r>
              <a:rPr lang="da-DK" dirty="0"/>
              <a:t> </a:t>
            </a:r>
            <a:r>
              <a:rPr lang="da-DK" dirty="0" err="1"/>
              <a:t>creation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8895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3574472" y="217054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985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3FCE-6728-50EF-4711-490852A5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Authoring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7B84-5EF3-4B0A-82B3-22C34297B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SSMS .</a:t>
            </a:r>
            <a:r>
              <a:rPr lang="da-DK" dirty="0" err="1"/>
              <a:t>sqlproj</a:t>
            </a:r>
            <a:endParaRPr lang="da-DK" dirty="0"/>
          </a:p>
          <a:p>
            <a:r>
              <a:rPr lang="da-DK" dirty="0"/>
              <a:t>Demo (import, properties, </a:t>
            </a:r>
            <a:r>
              <a:rPr lang="da-DK" dirty="0" err="1"/>
              <a:t>build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170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1761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5853684" y="220749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249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F337D-3336-AFCC-2CAB-D2AD8F19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726E-71B5-348B-4247-2D5895D9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Adding</a:t>
            </a:r>
            <a:r>
              <a:rPr lang="da-DK" dirty="0"/>
              <a:t> SQL Project Power Tools to the mix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F4F3-603F-63C0-C6FA-A4CFDD70A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Acquire</a:t>
            </a:r>
            <a:r>
              <a:rPr lang="da-DK" dirty="0"/>
              <a:t> and </a:t>
            </a:r>
            <a:r>
              <a:rPr lang="da-DK" dirty="0" err="1"/>
              <a:t>install</a:t>
            </a:r>
            <a:r>
              <a:rPr lang="da-DK" dirty="0"/>
              <a:t> (</a:t>
            </a:r>
            <a:r>
              <a:rPr lang="da-DK" dirty="0" err="1"/>
              <a:t>github</a:t>
            </a:r>
            <a:r>
              <a:rPr lang="da-DK" dirty="0"/>
              <a:t>/</a:t>
            </a:r>
            <a:r>
              <a:rPr lang="da-DK" dirty="0" err="1"/>
              <a:t>erikej</a:t>
            </a:r>
            <a:r>
              <a:rPr lang="da-DK" dirty="0"/>
              <a:t>)</a:t>
            </a:r>
          </a:p>
          <a:p>
            <a:r>
              <a:rPr lang="da-DK" dirty="0"/>
              <a:t>Demo – download and </a:t>
            </a:r>
            <a:r>
              <a:rPr lang="da-DK" dirty="0" err="1"/>
              <a:t>install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511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40B6-48B8-0412-6790-07F2E23D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B9B9-B1DC-EAA4-191B-DB45CF3A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Cross platform </a:t>
            </a:r>
            <a:r>
              <a:rPr lang="da-DK" dirty="0" err="1"/>
              <a:t>build</a:t>
            </a:r>
            <a:r>
              <a:rPr lang="da-DK" dirty="0"/>
              <a:t> – </a:t>
            </a:r>
            <a:r>
              <a:rPr lang="da-DK" dirty="0" err="1"/>
              <a:t>use</a:t>
            </a:r>
            <a:r>
              <a:rPr lang="da-DK" dirty="0"/>
              <a:t> with Linux and </a:t>
            </a:r>
            <a:r>
              <a:rPr lang="da-DK" dirty="0" err="1"/>
              <a:t>MacOS</a:t>
            </a:r>
            <a:r>
              <a:rPr lang="da-DK" dirty="0"/>
              <a:t> </a:t>
            </a:r>
            <a:r>
              <a:rPr lang="da-DK" dirty="0" err="1"/>
              <a:t>build</a:t>
            </a:r>
            <a:r>
              <a:rPr lang="da-DK" dirty="0"/>
              <a:t> agents</a:t>
            </a:r>
          </a:p>
          <a:p>
            <a:r>
              <a:rPr lang="da-DK" dirty="0"/>
              <a:t>Demo - .</a:t>
            </a:r>
            <a:r>
              <a:rPr lang="da-DK" dirty="0" err="1"/>
              <a:t>dacpac</a:t>
            </a:r>
            <a:r>
              <a:rPr lang="da-DK" dirty="0"/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11817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BEF8-DD76-53CF-DD1A-E3C131D1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E2144-ECD3-3AFC-857B-2263BEAC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Static</a:t>
            </a:r>
            <a:r>
              <a:rPr lang="da-DK" dirty="0"/>
              <a:t> Code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DD0F-89B6-72AD-9743-7CE4B6720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  <a:p>
            <a:r>
              <a:rPr lang="da-DK" dirty="0" err="1"/>
              <a:t>Rules</a:t>
            </a:r>
            <a:r>
              <a:rPr lang="da-DK" dirty="0"/>
              <a:t> manager and </a:t>
            </a:r>
            <a:r>
              <a:rPr lang="da-DK" dirty="0" err="1"/>
              <a:t>analysis</a:t>
            </a:r>
            <a:r>
              <a:rPr lang="da-DK" dirty="0"/>
              <a:t> </a:t>
            </a:r>
            <a:r>
              <a:rPr lang="da-DK" dirty="0" err="1"/>
              <a:t>results</a:t>
            </a:r>
            <a:r>
              <a:rPr lang="da-DK" dirty="0"/>
              <a:t> in </a:t>
            </a:r>
            <a:r>
              <a:rPr lang="da-DK" dirty="0" err="1"/>
              <a:t>error</a:t>
            </a:r>
            <a:r>
              <a:rPr lang="da-DK" dirty="0"/>
              <a:t> list</a:t>
            </a:r>
          </a:p>
        </p:txBody>
      </p:sp>
    </p:spTree>
    <p:extLst>
      <p:ext uri="{BB962C8B-B14F-4D97-AF65-F5344CB8AC3E}">
        <p14:creationId xmlns:p14="http://schemas.microsoft.com/office/powerpoint/2010/main" val="403134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2897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8072581" y="216130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26" name="Picture 2" descr="Microscope Cartoon Vector Icon Illustration - Microscope - Sticker |  TeePublic">
            <a:extLst>
              <a:ext uri="{FF2B5EF4-FFF2-40B4-BE49-F238E27FC236}">
                <a16:creationId xmlns:a16="http://schemas.microsoft.com/office/drawing/2014/main" id="{0C12428C-43EA-42B3-B5FD-98F46FCE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178" y="4897438"/>
            <a:ext cx="1595437" cy="15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47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BB5B-7FFA-DB8B-F802-03B5D52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Process</a:t>
            </a:r>
            <a:endParaRPr lang="da-D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458CB-FE86-0722-5465-2135D8B24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41A997FB-CF39-A7D3-CBE9-49B7A0E95D4B}"/>
              </a:ext>
            </a:extLst>
          </p:cNvPr>
          <p:cNvSpPr/>
          <p:nvPr/>
        </p:nvSpPr>
        <p:spPr>
          <a:xfrm>
            <a:off x="10326254" y="21336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3612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B1E3-8341-D7FE-2E85-60B36B7E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Deployment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4E3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CF22F8-FE17-165A-29A4-217405750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48" y="3611077"/>
            <a:ext cx="4974336" cy="1554479"/>
          </a:xfrm>
          <a:prstGeom prst="rect">
            <a:avLst/>
          </a:prstGeom>
        </p:spPr>
      </p:pic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47F1B0-6386-2DA7-7401-FB67532C5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78516" y="4011358"/>
            <a:ext cx="4974336" cy="75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74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16B9-340A-90A5-BB4C-A29B87C74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6DB99-25E1-988A-1438-1D73FE79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sqlpackage</a:t>
            </a:r>
            <a:r>
              <a:rPr lang="da-DK" dirty="0"/>
              <a:t> CLI</a:t>
            </a:r>
            <a:endParaRPr lang="da-D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da-DK" dirty="0" err="1"/>
              <a:t>dotnet</a:t>
            </a:r>
            <a:r>
              <a:rPr lang="da-DK" dirty="0"/>
              <a:t> </a:t>
            </a:r>
            <a:r>
              <a:rPr lang="da-DK" dirty="0" err="1"/>
              <a:t>tool</a:t>
            </a:r>
            <a:r>
              <a:rPr lang="da-DK" dirty="0"/>
              <a:t> </a:t>
            </a:r>
            <a:r>
              <a:rPr lang="da-DK" dirty="0" err="1"/>
              <a:t>install</a:t>
            </a:r>
            <a:r>
              <a:rPr lang="da-DK" dirty="0"/>
              <a:t> </a:t>
            </a:r>
            <a:r>
              <a:rPr lang="da-DK" dirty="0" err="1"/>
              <a:t>microsoft.sqlpackage</a:t>
            </a:r>
            <a:r>
              <a:rPr lang="da-DK" dirty="0"/>
              <a:t> –g</a:t>
            </a:r>
          </a:p>
          <a:p>
            <a:pPr lvl="1"/>
            <a:r>
              <a:rPr lang="da-DK" dirty="0" err="1">
                <a:solidFill>
                  <a:srgbClr val="171717"/>
                </a:solidFill>
                <a:latin typeface="SFMono-Regular"/>
              </a:rPr>
              <a:t>s</a:t>
            </a:r>
            <a:r>
              <a:rPr lang="da-DK" b="0" i="0" dirty="0" err="1">
                <a:solidFill>
                  <a:srgbClr val="171717"/>
                </a:solidFill>
                <a:effectLst/>
                <a:latin typeface="SFMono-Regular"/>
              </a:rPr>
              <a:t>qlPackage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 /</a:t>
            </a:r>
            <a:r>
              <a:rPr lang="da-DK" b="0" i="0" dirty="0" err="1">
                <a:solidFill>
                  <a:srgbClr val="171717"/>
                </a:solidFill>
                <a:effectLst/>
                <a:latin typeface="SFMono-Regular"/>
              </a:rPr>
              <a:t>Action:Publish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 /</a:t>
            </a:r>
            <a:r>
              <a:rPr lang="da-DK" b="0" i="0" dirty="0" err="1">
                <a:solidFill>
                  <a:srgbClr val="171717"/>
                </a:solidFill>
                <a:effectLst/>
                <a:latin typeface="SFMono-Regular"/>
              </a:rPr>
              <a:t>SourceFile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: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”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DacpacDemo.dacpac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"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  /</a:t>
            </a:r>
            <a:r>
              <a:rPr lang="da-DK" b="0" i="0" dirty="0" err="1">
                <a:solidFill>
                  <a:srgbClr val="171717"/>
                </a:solidFill>
                <a:effectLst/>
                <a:latin typeface="SFMono-Regular"/>
              </a:rPr>
              <a:t>TargetConnectionString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: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"Server=(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localdb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)\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mssqllocaldb;Initial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 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Catalog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=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DacpacDemo;Integrated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 Security=</a:t>
            </a:r>
            <a:r>
              <a:rPr lang="da-DK" b="0" i="0" dirty="0" err="1">
                <a:solidFill>
                  <a:srgbClr val="A31515"/>
                </a:solidFill>
                <a:effectLst/>
                <a:latin typeface="SFMono-Regular"/>
              </a:rPr>
              <a:t>true;Encrypt</a:t>
            </a:r>
            <a:r>
              <a:rPr lang="da-DK" b="0" i="0" dirty="0">
                <a:solidFill>
                  <a:srgbClr val="A31515"/>
                </a:solidFill>
                <a:effectLst/>
                <a:latin typeface="SFMono-Regular"/>
              </a:rPr>
              <a:t>=False"</a:t>
            </a:r>
            <a:r>
              <a:rPr lang="da-DK" b="0" i="0" dirty="0">
                <a:solidFill>
                  <a:srgbClr val="171717"/>
                </a:solidFill>
                <a:effectLst/>
                <a:latin typeface="SFMono-Regular"/>
              </a:rPr>
              <a:t> </a:t>
            </a:r>
            <a:endParaRPr lang="da-DK" dirty="0"/>
          </a:p>
          <a:p>
            <a:r>
              <a:rPr lang="da-DK" dirty="0" err="1"/>
              <a:t>Azure</a:t>
            </a:r>
            <a:r>
              <a:rPr lang="da-DK" dirty="0"/>
              <a:t> </a:t>
            </a:r>
            <a:r>
              <a:rPr lang="da-DK" dirty="0" err="1"/>
              <a:t>DevOps</a:t>
            </a:r>
            <a:r>
              <a:rPr lang="da-DK" dirty="0"/>
              <a:t> Task (</a:t>
            </a:r>
            <a:r>
              <a:rPr lang="da-DK" dirty="0" err="1"/>
              <a:t>also</a:t>
            </a:r>
            <a:r>
              <a:rPr lang="da-DK" dirty="0"/>
              <a:t> a </a:t>
            </a:r>
            <a:r>
              <a:rPr lang="da-DK" dirty="0" err="1"/>
              <a:t>similar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on GitHub)</a:t>
            </a:r>
          </a:p>
          <a:p>
            <a:r>
              <a:rPr lang="da-DK" dirty="0"/>
              <a:t>Demo (</a:t>
            </a:r>
            <a:r>
              <a:rPr lang="da-DK" dirty="0" err="1"/>
              <a:t>sqlpackage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603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0543B-85D0-70D6-E8C0-825E5B0C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da-DK" sz="4000" dirty="0" err="1"/>
              <a:t>Why</a:t>
            </a:r>
            <a:r>
              <a:rPr lang="da-DK" sz="4000" dirty="0"/>
              <a:t> .</a:t>
            </a:r>
            <a:r>
              <a:rPr lang="da-DK" sz="4000" dirty="0" err="1"/>
              <a:t>dacpac</a:t>
            </a:r>
            <a:r>
              <a:rPr lang="da-DK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BAAB-2AC4-7032-7DAE-B031E2D3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3622"/>
            <a:ext cx="7168293" cy="3578777"/>
          </a:xfrm>
        </p:spPr>
        <p:txBody>
          <a:bodyPr anchor="t">
            <a:normAutofit/>
          </a:bodyPr>
          <a:lstStyle/>
          <a:p>
            <a:r>
              <a:rPr lang="da-DK" dirty="0" err="1"/>
              <a:t>Ensure</a:t>
            </a:r>
            <a:r>
              <a:rPr lang="da-DK" dirty="0"/>
              <a:t> high </a:t>
            </a:r>
            <a:r>
              <a:rPr lang="da-DK" dirty="0" err="1"/>
              <a:t>quality</a:t>
            </a:r>
            <a:r>
              <a:rPr lang="da-DK" dirty="0"/>
              <a:t> and </a:t>
            </a:r>
            <a:r>
              <a:rPr lang="da-DK" dirty="0" err="1"/>
              <a:t>consistent</a:t>
            </a:r>
            <a:r>
              <a:rPr lang="da-DK" dirty="0"/>
              <a:t> SQL </a:t>
            </a:r>
            <a:r>
              <a:rPr lang="da-DK" dirty="0" err="1"/>
              <a:t>schema</a:t>
            </a:r>
            <a:endParaRPr lang="da-DK" dirty="0"/>
          </a:p>
          <a:p>
            <a:r>
              <a:rPr lang="da-DK" dirty="0" err="1"/>
              <a:t>Desired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configuration</a:t>
            </a:r>
            <a:endParaRPr lang="da-DK" dirty="0"/>
          </a:p>
          <a:p>
            <a:r>
              <a:rPr lang="da-DK" dirty="0" err="1"/>
              <a:t>Fits</a:t>
            </a:r>
            <a:r>
              <a:rPr lang="da-DK" dirty="0"/>
              <a:t> </a:t>
            </a:r>
            <a:r>
              <a:rPr lang="da-DK"/>
              <a:t>into </a:t>
            </a:r>
            <a:r>
              <a:rPr lang="da-DK" dirty="0"/>
              <a:t>CI/CD workflows</a:t>
            </a:r>
          </a:p>
          <a:p>
            <a:r>
              <a:rPr lang="da-DK" dirty="0" err="1"/>
              <a:t>Publish</a:t>
            </a:r>
            <a:r>
              <a:rPr lang="da-DK" dirty="0"/>
              <a:t> </a:t>
            </a:r>
            <a:r>
              <a:rPr lang="da-DK" dirty="0" err="1"/>
              <a:t>magic</a:t>
            </a:r>
            <a:r>
              <a:rPr lang="da-DK" dirty="0"/>
              <a:t>!</a:t>
            </a:r>
          </a:p>
          <a:p>
            <a:endParaRPr lang="da-DK" dirty="0"/>
          </a:p>
          <a:p>
            <a:endParaRPr lang="da-DK" sz="20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it's magic - Album on Imgur">
            <a:extLst>
              <a:ext uri="{FF2B5EF4-FFF2-40B4-BE49-F238E27FC236}">
                <a16:creationId xmlns:a16="http://schemas.microsoft.com/office/drawing/2014/main" id="{672BB7EB-32D7-CC82-0F37-1B439A402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509" y="1473981"/>
            <a:ext cx="3910014" cy="391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50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321</Words>
  <Application>Microsoft Office PowerPoint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Cascadia Mono</vt:lpstr>
      <vt:lpstr>SFMono-Regular</vt:lpstr>
      <vt:lpstr>Office Theme</vt:lpstr>
      <vt:lpstr>SQL Database Projects – now in SSMS!</vt:lpstr>
      <vt:lpstr>Why?</vt:lpstr>
      <vt:lpstr>Process</vt:lpstr>
      <vt:lpstr>Process</vt:lpstr>
      <vt:lpstr>Tooling – now in SSMS</vt:lpstr>
      <vt:lpstr>Process</vt:lpstr>
      <vt:lpstr>Tooling</vt:lpstr>
      <vt:lpstr>Process</vt:lpstr>
      <vt:lpstr>Authoring</vt:lpstr>
      <vt:lpstr>Process</vt:lpstr>
      <vt:lpstr>Adding SQL Project Power Tools to the mix</vt:lpstr>
      <vt:lpstr>Building</vt:lpstr>
      <vt:lpstr>Static Code Analysis</vt:lpstr>
      <vt:lpstr>Process</vt:lpstr>
      <vt:lpstr>Process</vt:lpstr>
      <vt:lpstr>Deployment</vt:lpstr>
      <vt:lpstr>Deployment</vt:lpstr>
      <vt:lpstr>Why .dacpac?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.dacpac and why should I care?</dc:title>
  <dc:creator>Erik Ejlskov Jensen (Delegate)</dc:creator>
  <cp:lastModifiedBy>Erik Ejlskov Jensen (Context&amp;)</cp:lastModifiedBy>
  <cp:revision>12</cp:revision>
  <dcterms:created xsi:type="dcterms:W3CDTF">2022-11-11T06:53:51Z</dcterms:created>
  <dcterms:modified xsi:type="dcterms:W3CDTF">2026-04-21T17:01:18Z</dcterms:modified>
</cp:coreProperties>
</file>